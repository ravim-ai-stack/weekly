
<file path=[Content_Types].xml><?xml version="1.0" encoding="utf-8"?>
<Types xmlns="http://schemas.openxmlformats.org/package/2006/content-types">
  <Default Extension="jpeg" ContentType="image/jpeg"/>
  <Default Extension="png" ContentType="image/png"/>
  <Default Extension="rels" ContentType="application/vnd.openxmlformats-package.relationships+xml"/>
  <Default Extension="xml" ContentType="application/xml"/>
  <Override PartName="/ppt/presentation.xml" ContentType="application/vnd.openxmlformats-officedocument.presentationml.presentation.main+xml"/>
  <Override PartName="/customXml/itemProps1.xml" ContentType="application/vnd.openxmlformats-officedocument.customXmlProperties+xml"/>
  <Override PartName="/customXml/itemProps2.xml" ContentType="application/vnd.openxmlformats-officedocument.customXmlProperties+xml"/>
  <Override PartName="/customXml/itemProps3.xml" ContentType="application/vnd.openxmlformats-officedocument.customXmlProperties+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notesMasters/notesMaster1.xml" ContentType="application/vnd.openxmlformats-officedocument.presentationml.notesMaster+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theme/theme2.xml" ContentType="application/vnd.openxmlformats-officedocument.theme+xml"/>
  <Override PartName="/ppt/notesSlides/notesSlide1.xml" ContentType="application/vnd.openxmlformats-officedocument.presentationml.notesSlide+xml"/>
  <Override PartName="/ppt/changesInfos/changesInfo1.xml" ContentType="application/vnd.ms-powerpoint.changesinfo+xml"/>
  <Override PartName="/ppt/revisionInfo.xml" ContentType="application/vnd.ms-powerpoint.revisioninfo+xml"/>
  <Override PartName="/docProps/core.xml" ContentType="application/vnd.openxmlformats-package.core-properties+xml"/>
  <Override PartName="/docProps/app.xml" ContentType="application/vnd.openxmlformats-officedocument.extended-properties+xml"/>
  <Override PartName="/docProps/custom.xml" ContentType="application/vnd.openxmlformats-officedocument.custom-properties+xml"/>
</Types>
</file>

<file path=_rels/.rels><?xml version="1.0" encoding="UTF-8" standalone="yes"?>
<Relationships xmlns="http://schemas.openxmlformats.org/package/2006/relationships"><Relationship Id="rId3" Type="http://schemas.openxmlformats.org/package/2006/relationships/metadata/core-properties" Target="docProps/core.xml"/><Relationship Id="rId2" Type="http://schemas.openxmlformats.org/package/2006/relationships/metadata/thumbnail" Target="docProps/thumbnail.jpeg"/><Relationship Id="rId1" Type="http://schemas.openxmlformats.org/officeDocument/2006/relationships/officeDocument" Target="ppt/presentation.xml"/><Relationship Id="rId5" Type="http://schemas.openxmlformats.org/officeDocument/2006/relationships/custom-properties" Target="docProps/custom.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p:sldMasterIdLst>
    <p:sldMasterId id="2147483648" r:id="rId4"/>
  </p:sldMasterIdLst>
  <p:notesMasterIdLst>
    <p:notesMasterId r:id="rId8"/>
  </p:notesMasterIdLst>
  <p:sldIdLst>
    <p:sldId id="258" r:id="rId5"/>
    <p:sldId id="256" r:id="rId6"/>
    <p:sldId id="257" r:id="rId7"/>
  </p:sldIdLst>
  <p:sldSz cx="12192000" cy="6858000"/>
  <p:notesSz cx="6858000" cy="9144000"/>
  <p:defaultTex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p:ext>
  </p:extLst>
</p:presentation>
</file>

<file path=ppt/presProps.xml><?xml version="1.0" encoding="utf-8"?>
<p:presentationPr xmlns:a="http://schemas.openxmlformats.org/drawingml/2006/main" xmlns:r="http://schemas.openxmlformats.org/officeDocument/2006/relationships" xmlns:p="http://schemas.openxmlformats.org/presentationml/2006/main">
  <p:showPr showNarration="1">
    <p:present/>
    <p:sldAll/>
    <p:penClr>
      <a:prstClr val="red"/>
    </p:penClr>
    <p:extLst>
      <p:ext uri="{EC167BDD-8182-4AB7-AECC-EB403E3ABB37}">
        <p14:laserClr xmlns:p14="http://schemas.microsoft.com/office/powerpoint/2010/main">
          <a:srgbClr val="FF0000"/>
        </p14:laserClr>
      </p:ext>
      <p:ext uri="{2FDB2607-1784-4EEB-B798-7EB5836EED8A}">
        <p14:showMediaCtrls xmlns:p14="http://schemas.microsoft.com/office/powerpoint/2010/main" val="1"/>
      </p:ext>
    </p:extLst>
  </p:showPr>
  <p:extLst>
    <p:ext uri="{E76CE94A-603C-4142-B9EB-6D1370010A27}">
      <p14:discardImageEditData xmlns:p14="http://schemas.microsoft.com/office/powerpoint/2010/main" val="0"/>
    </p:ext>
    <p:ext uri="{D31A062A-798A-4329-ABDD-BBA856620510}">
      <p14:defaultImageDpi xmlns:p14="http://schemas.microsoft.com/office/powerpoint/2010/main" val="32767"/>
    </p:ext>
    <p:ext uri="{FD5EFAAD-0ECE-453E-9831-46B23BE46B34}">
      <p15:chartTrackingRefBased xmlns:p15="http://schemas.microsoft.com/office/powerpoint/2012/main" val="1"/>
    </p:ext>
  </p:extLst>
</p:presentationPr>
</file>

<file path=ppt/revisionInfo.xml><?xml version="1.0" encoding="utf-8"?>
<p1510:revInfo xmlns:a="http://schemas.openxmlformats.org/drawingml/2006/main" xmlns:r="http://schemas.openxmlformats.org/officeDocument/2006/relationships" xmlns:p1510="http://schemas.microsoft.com/office/powerpoint/2015/10/main">
  <p1510:revLst>
    <p1510:client id="{05CA601C-8283-2C2F-B314-28E8CBD92984}" v="205" dt="2026-09-11T12:14:39.320"/>
    <p1510:client id="{D62AB947-BA26-480D-8741-A1B6447C2A25}" v="38" dt="2026-09-11T10:38:20.947"/>
  </p1510:revLst>
</p1510:revInfo>
</file>

<file path=ppt/tableStyles.xml><?xml version="1.0" encoding="utf-8"?>
<a:tblStyleLst xmlns:a="http://schemas.openxmlformats.org/drawingml/2006/main" def="{5C22544A-7EE6-4342-B048-85BDC9FD1C3A}">
  <a:tblStyle styleId="{5C22544A-7EE6-4342-B048-85BDC9FD1C3A}" styleName="Medium Style 2 - Accent 1">
    <a:wholeTbl>
      <a:tcTxStyle>
        <a:fontRef idx="minor">
          <a:prstClr val="black"/>
        </a:fontRef>
        <a:schemeClr val="dk1"/>
      </a:tcTxStyle>
      <a:tcStyle>
        <a:tcBdr>
          <a:left>
            <a:ln w="12700" cmpd="sng">
              <a:solidFill>
                <a:schemeClr val="lt1"/>
              </a:solidFill>
            </a:ln>
          </a:left>
          <a:right>
            <a:ln w="12700" cmpd="sng">
              <a:solidFill>
                <a:schemeClr val="lt1"/>
              </a:solidFill>
            </a:ln>
          </a:right>
          <a:top>
            <a:ln w="12700" cmpd="sng">
              <a:solidFill>
                <a:schemeClr val="lt1"/>
              </a:solidFill>
            </a:ln>
          </a:top>
          <a:bottom>
            <a:ln w="12700" cmpd="sng">
              <a:solidFill>
                <a:schemeClr val="lt1"/>
              </a:solidFill>
            </a:ln>
          </a:bottom>
          <a:insideH>
            <a:ln w="12700" cmpd="sng">
              <a:solidFill>
                <a:schemeClr val="lt1"/>
              </a:solidFill>
            </a:ln>
          </a:insideH>
          <a:insideV>
            <a:ln w="12700" cmpd="sng">
              <a:solidFill>
                <a:schemeClr val="lt1"/>
              </a:solidFill>
            </a:ln>
          </a:insideV>
        </a:tcBdr>
        <a:fill>
          <a:solidFill>
            <a:schemeClr val="accent1">
              <a:tint val="20000"/>
            </a:schemeClr>
          </a:solidFill>
        </a:fill>
      </a:tcStyle>
    </a:wholeTbl>
    <a:band1H>
      <a:tcStyle>
        <a:tcBdr/>
        <a:fill>
          <a:solidFill>
            <a:schemeClr val="accent1">
              <a:tint val="40000"/>
            </a:schemeClr>
          </a:solidFill>
        </a:fill>
      </a:tcStyle>
    </a:band1H>
    <a:band2H>
      <a:tcStyle>
        <a:tcBdr/>
      </a:tcStyle>
    </a:band2H>
    <a:band1V>
      <a:tcStyle>
        <a:tcBdr/>
        <a:fill>
          <a:solidFill>
            <a:schemeClr val="accent1">
              <a:tint val="40000"/>
            </a:schemeClr>
          </a:solidFill>
        </a:fill>
      </a:tcStyle>
    </a:band1V>
    <a:band2V>
      <a:tcStyle>
        <a:tcBdr/>
      </a:tcStyle>
    </a:band2V>
    <a:lastCol>
      <a:tcTxStyle b="on">
        <a:fontRef idx="minor">
          <a:prstClr val="black"/>
        </a:fontRef>
        <a:schemeClr val="lt1"/>
      </a:tcTxStyle>
      <a:tcStyle>
        <a:tcBdr/>
        <a:fill>
          <a:solidFill>
            <a:schemeClr val="accent1"/>
          </a:solidFill>
        </a:fill>
      </a:tcStyle>
    </a:lastCol>
    <a:firstCol>
      <a:tcTxStyle b="on">
        <a:fontRef idx="minor">
          <a:prstClr val="black"/>
        </a:fontRef>
        <a:schemeClr val="lt1"/>
      </a:tcTxStyle>
      <a:tcStyle>
        <a:tcBdr/>
        <a:fill>
          <a:solidFill>
            <a:schemeClr val="accent1"/>
          </a:solidFill>
        </a:fill>
      </a:tcStyle>
    </a:firstCol>
    <a:lastRow>
      <a:tcTxStyle b="on">
        <a:fontRef idx="minor">
          <a:prstClr val="black"/>
        </a:fontRef>
        <a:schemeClr val="lt1"/>
      </a:tcTxStyle>
      <a:tcStyle>
        <a:tcBdr>
          <a:top>
            <a:ln w="38100" cmpd="sng">
              <a:solidFill>
                <a:schemeClr val="lt1"/>
              </a:solidFill>
            </a:ln>
          </a:top>
        </a:tcBdr>
        <a:fill>
          <a:solidFill>
            <a:schemeClr val="accent1"/>
          </a:solidFill>
        </a:fill>
      </a:tcStyle>
    </a:lastRow>
    <a:firstRow>
      <a:tcTxStyle b="on">
        <a:fontRef idx="minor">
          <a:prstClr val="black"/>
        </a:fontRef>
        <a:schemeClr val="lt1"/>
      </a:tcTxStyle>
      <a:tcStyle>
        <a:tcBdr>
          <a:bottom>
            <a:ln w="38100" cmpd="sng">
              <a:solidFill>
                <a:schemeClr val="lt1"/>
              </a:solidFill>
            </a:ln>
          </a:bottom>
        </a:tcBdr>
        <a:fill>
          <a:solidFill>
            <a:schemeClr val="accent1"/>
          </a:solidFill>
        </a:fill>
      </a:tcStyle>
    </a:firstRow>
  </a:tblStyle>
  <a:tblStyle styleId="{2D5ABB26-0587-4C30-8999-92F81FD0307C}" styleName="No Style, No Grid">
    <a:wholeTbl>
      <a:tcTxStyle>
        <a:fontRef idx="minor">
          <a:scrgbClr r="0" g="0" b="0"/>
        </a:fontRef>
        <a:schemeClr val="tx1"/>
      </a:tcTxStyle>
      <a:tcStyle>
        <a:tcBdr>
          <a:left>
            <a:ln>
              <a:noFill/>
            </a:ln>
          </a:left>
          <a:right>
            <a:ln>
              <a:noFill/>
            </a:ln>
          </a:right>
          <a:top>
            <a:ln>
              <a:noFill/>
            </a:ln>
          </a:top>
          <a:bottom>
            <a:ln>
              <a:noFill/>
            </a:ln>
          </a:bottom>
          <a:insideH>
            <a:ln>
              <a:noFill/>
            </a:ln>
          </a:insideH>
          <a:insideV>
            <a:ln>
              <a:noFill/>
            </a:ln>
          </a:insideV>
        </a:tcBdr>
        <a:fill>
          <a:noFill/>
        </a:fill>
      </a:tcStyle>
    </a:wholeTbl>
  </a:tblStyle>
  <a:tblStyle styleId="{3C2FFA5D-87B4-456A-9821-1D502468CF0F}" styleName="Themed Style 1 - Accent 1">
    <a:tblBg>
      <a:fillRef idx="2">
        <a:schemeClr val="accent1"/>
      </a:fillRef>
      <a:effectRef idx="1">
        <a:schemeClr val="accent1"/>
      </a:effectRef>
    </a:tblBg>
    <a:wholeTbl>
      <a:tcTxStyle>
        <a:fontRef idx="minor">
          <a:scrgbClr r="0" g="0" b="0"/>
        </a:fontRef>
        <a:schemeClr val="dk1"/>
      </a:tcTxStyle>
      <a:tcStyle>
        <a:tcBdr>
          <a:left>
            <a:lnRef idx="1">
              <a:schemeClr val="accent1"/>
            </a:lnRef>
          </a:left>
          <a:right>
            <a:lnRef idx="1">
              <a:schemeClr val="accent1"/>
            </a:lnRef>
          </a:right>
          <a:top>
            <a:lnRef idx="1">
              <a:schemeClr val="accent1"/>
            </a:lnRef>
          </a:top>
          <a:bottom>
            <a:lnRef idx="1">
              <a:schemeClr val="accent1"/>
            </a:lnRef>
          </a:bottom>
          <a:insideH>
            <a:lnRef idx="1">
              <a:schemeClr val="accent1"/>
            </a:lnRef>
          </a:insideH>
          <a:insideV>
            <a:lnRef idx="1">
              <a:schemeClr val="accent1"/>
            </a:lnRef>
          </a:insideV>
        </a:tcBdr>
        <a:fill>
          <a:noFill/>
        </a:fill>
      </a:tcStyle>
    </a:wholeTbl>
    <a:band1H>
      <a:tcStyle>
        <a:tcBdr/>
        <a:fill>
          <a:solidFill>
            <a:schemeClr val="accent1">
              <a:alpha val="40000"/>
            </a:schemeClr>
          </a:solidFill>
        </a:fill>
      </a:tcStyle>
    </a:band1H>
    <a:band2H>
      <a:tcStyle>
        <a:tcBdr/>
      </a:tcStyle>
    </a:band2H>
    <a:band1V>
      <a:tcStyle>
        <a:tcBdr>
          <a:top>
            <a:lnRef idx="1">
              <a:schemeClr val="accent1"/>
            </a:lnRef>
          </a:top>
          <a:bottom>
            <a:lnRef idx="1">
              <a:schemeClr val="accent1"/>
            </a:lnRef>
          </a:bottom>
        </a:tcBdr>
        <a:fill>
          <a:solidFill>
            <a:schemeClr val="accent1">
              <a:alpha val="40000"/>
            </a:schemeClr>
          </a:solidFill>
        </a:fill>
      </a:tcStyle>
    </a:band1V>
    <a:band2V>
      <a:tcStyle>
        <a:tcBdr/>
      </a:tcStyle>
    </a:band2V>
    <a:lastCol>
      <a:tcTxStyle b="on"/>
      <a:tcStyle>
        <a:tcBdr>
          <a:left>
            <a:lnRef idx="2">
              <a:schemeClr val="accent1"/>
            </a:lnRef>
          </a:left>
          <a:right>
            <a:lnRef idx="1">
              <a:schemeClr val="accent1"/>
            </a:lnRef>
          </a:right>
          <a:top>
            <a:lnRef idx="1">
              <a:schemeClr val="accent1"/>
            </a:lnRef>
          </a:top>
          <a:bottom>
            <a:lnRef idx="1">
              <a:schemeClr val="accent1"/>
            </a:lnRef>
          </a:bottom>
          <a:insideH>
            <a:lnRef idx="1">
              <a:schemeClr val="accent1"/>
            </a:lnRef>
          </a:insideH>
          <a:insideV>
            <a:ln>
              <a:noFill/>
            </a:ln>
          </a:insideV>
        </a:tcBdr>
      </a:tcStyle>
    </a:lastCol>
    <a:firstCol>
      <a:tcTxStyle b="on"/>
      <a:tcStyle>
        <a:tcBdr>
          <a:left>
            <a:lnRef idx="1">
              <a:schemeClr val="accent1"/>
            </a:lnRef>
          </a:left>
          <a:right>
            <a:lnRef idx="2">
              <a:schemeClr val="accent1"/>
            </a:lnRef>
          </a:right>
          <a:top>
            <a:lnRef idx="1">
              <a:schemeClr val="accent1"/>
            </a:lnRef>
          </a:top>
          <a:bottom>
            <a:lnRef idx="1">
              <a:schemeClr val="accent1"/>
            </a:lnRef>
          </a:bottom>
          <a:insideH>
            <a:lnRef idx="1">
              <a:schemeClr val="accent1"/>
            </a:lnRef>
          </a:insideH>
          <a:insideV>
            <a:ln>
              <a:noFill/>
            </a:ln>
          </a:insideV>
        </a:tcBdr>
      </a:tcStyle>
    </a:firstCol>
    <a:lastRow>
      <a:tcTxStyle b="on"/>
      <a:tcStyle>
        <a:tcBdr>
          <a:left>
            <a:lnRef idx="1">
              <a:schemeClr val="accent1"/>
            </a:lnRef>
          </a:left>
          <a:right>
            <a:lnRef idx="1">
              <a:schemeClr val="accent1"/>
            </a:lnRef>
          </a:right>
          <a:top>
            <a:lnRef idx="2">
              <a:schemeClr val="accent1"/>
            </a:lnRef>
          </a:top>
          <a:bottom>
            <a:lnRef idx="2">
              <a:schemeClr val="accent1"/>
            </a:lnRef>
          </a:bottom>
          <a:insideH>
            <a:ln>
              <a:noFill/>
            </a:ln>
          </a:insideH>
          <a:insideV>
            <a:ln>
              <a:noFill/>
            </a:ln>
          </a:insideV>
        </a:tcBdr>
        <a:fill>
          <a:noFill/>
        </a:fill>
      </a:tcStyle>
    </a:lastRow>
    <a:firstRow>
      <a:tcTxStyle b="on">
        <a:fontRef idx="minor">
          <a:scrgbClr r="0" g="0" b="0"/>
        </a:fontRef>
        <a:schemeClr val="lt1"/>
      </a:tcTxStyle>
      <a:tcStyle>
        <a:tcBdr>
          <a:left>
            <a:lnRef idx="1">
              <a:schemeClr val="accent1"/>
            </a:lnRef>
          </a:left>
          <a:right>
            <a:lnRef idx="1">
              <a:schemeClr val="accent1"/>
            </a:lnRef>
          </a:right>
          <a:top>
            <a:lnRef idx="1">
              <a:schemeClr val="accent1"/>
            </a:lnRef>
          </a:top>
          <a:bottom>
            <a:lnRef idx="2">
              <a:schemeClr val="lt1"/>
            </a:lnRef>
          </a:bottom>
          <a:insideH>
            <a:ln>
              <a:noFill/>
            </a:ln>
          </a:insideH>
          <a:insideV>
            <a:ln>
              <a:noFill/>
            </a:ln>
          </a:insideV>
        </a:tcBdr>
        <a:fill>
          <a:solidFill>
            <a:schemeClr val="accent1"/>
          </a:solidFill>
        </a:fill>
      </a:tcStyle>
    </a:firstRow>
  </a:tblStyle>
  <a:tblStyle styleId="{284E427A-3D55-4303-BF80-6455036E1DE7}" styleName="Themed Style 1 - Accent 2">
    <a:tblBg>
      <a:fillRef idx="2">
        <a:schemeClr val="accent2"/>
      </a:fillRef>
      <a:effectRef idx="1">
        <a:schemeClr val="accent2"/>
      </a:effectRef>
    </a:tblBg>
    <a:wholeTbl>
      <a:tcTxStyle>
        <a:fontRef idx="minor">
          <a:scrgbClr r="0" g="0" b="0"/>
        </a:fontRef>
        <a:schemeClr val="dk1"/>
      </a:tcTxStyle>
      <a:tcStyle>
        <a:tcBdr>
          <a:left>
            <a:lnRef idx="1">
              <a:schemeClr val="accent2"/>
            </a:lnRef>
          </a:left>
          <a:right>
            <a:lnRef idx="1">
              <a:schemeClr val="accent2"/>
            </a:lnRef>
          </a:right>
          <a:top>
            <a:lnRef idx="1">
              <a:schemeClr val="accent2"/>
            </a:lnRef>
          </a:top>
          <a:bottom>
            <a:lnRef idx="1">
              <a:schemeClr val="accent2"/>
            </a:lnRef>
          </a:bottom>
          <a:insideH>
            <a:lnRef idx="1">
              <a:schemeClr val="accent2"/>
            </a:lnRef>
          </a:insideH>
          <a:insideV>
            <a:lnRef idx="1">
              <a:schemeClr val="accent2"/>
            </a:lnRef>
          </a:insideV>
        </a:tcBdr>
        <a:fill>
          <a:noFill/>
        </a:fill>
      </a:tcStyle>
    </a:wholeTbl>
    <a:band1H>
      <a:tcStyle>
        <a:tcBdr/>
        <a:fill>
          <a:solidFill>
            <a:schemeClr val="accent2">
              <a:alpha val="40000"/>
            </a:schemeClr>
          </a:solidFill>
        </a:fill>
      </a:tcStyle>
    </a:band1H>
    <a:band2H>
      <a:tcStyle>
        <a:tcBdr/>
      </a:tcStyle>
    </a:band2H>
    <a:band1V>
      <a:tcStyle>
        <a:tcBdr>
          <a:top>
            <a:lnRef idx="1">
              <a:schemeClr val="accent2"/>
            </a:lnRef>
          </a:top>
          <a:bottom>
            <a:lnRef idx="1">
              <a:schemeClr val="accent2"/>
            </a:lnRef>
          </a:bottom>
        </a:tcBdr>
        <a:fill>
          <a:solidFill>
            <a:schemeClr val="accent2">
              <a:alpha val="40000"/>
            </a:schemeClr>
          </a:solidFill>
        </a:fill>
      </a:tcStyle>
    </a:band1V>
    <a:band2V>
      <a:tcStyle>
        <a:tcBdr/>
      </a:tcStyle>
    </a:band2V>
    <a:lastCol>
      <a:tcTxStyle b="on"/>
      <a:tcStyle>
        <a:tcBdr>
          <a:left>
            <a:lnRef idx="2">
              <a:schemeClr val="accent2"/>
            </a:lnRef>
          </a:left>
          <a:right>
            <a:lnRef idx="1">
              <a:schemeClr val="accent2"/>
            </a:lnRef>
          </a:right>
          <a:top>
            <a:lnRef idx="1">
              <a:schemeClr val="accent2"/>
            </a:lnRef>
          </a:top>
          <a:bottom>
            <a:lnRef idx="1">
              <a:schemeClr val="accent2"/>
            </a:lnRef>
          </a:bottom>
          <a:insideH>
            <a:lnRef idx="1">
              <a:schemeClr val="accent2"/>
            </a:lnRef>
          </a:insideH>
          <a:insideV>
            <a:ln>
              <a:noFill/>
            </a:ln>
          </a:insideV>
        </a:tcBdr>
      </a:tcStyle>
    </a:lastCol>
    <a:firstCol>
      <a:tcTxStyle b="on"/>
      <a:tcStyle>
        <a:tcBdr>
          <a:left>
            <a:lnRef idx="1">
              <a:schemeClr val="accent2"/>
            </a:lnRef>
          </a:left>
          <a:right>
            <a:lnRef idx="2">
              <a:schemeClr val="accent2"/>
            </a:lnRef>
          </a:right>
          <a:top>
            <a:lnRef idx="1">
              <a:schemeClr val="accent2"/>
            </a:lnRef>
          </a:top>
          <a:bottom>
            <a:lnRef idx="1">
              <a:schemeClr val="accent2"/>
            </a:lnRef>
          </a:bottom>
          <a:insideH>
            <a:lnRef idx="1">
              <a:schemeClr val="accent2"/>
            </a:lnRef>
          </a:insideH>
          <a:insideV>
            <a:ln>
              <a:noFill/>
            </a:ln>
          </a:insideV>
        </a:tcBdr>
      </a:tcStyle>
    </a:firstCol>
    <a:lastRow>
      <a:tcTxStyle b="on"/>
      <a:tcStyle>
        <a:tcBdr>
          <a:left>
            <a:lnRef idx="1">
              <a:schemeClr val="accent2"/>
            </a:lnRef>
          </a:left>
          <a:right>
            <a:lnRef idx="1">
              <a:schemeClr val="accent2"/>
            </a:lnRef>
          </a:right>
          <a:top>
            <a:lnRef idx="2">
              <a:schemeClr val="accent2"/>
            </a:lnRef>
          </a:top>
          <a:bottom>
            <a:lnRef idx="2">
              <a:schemeClr val="accent2"/>
            </a:lnRef>
          </a:bottom>
          <a:insideH>
            <a:ln>
              <a:noFill/>
            </a:ln>
          </a:insideH>
          <a:insideV>
            <a:ln>
              <a:noFill/>
            </a:ln>
          </a:insideV>
        </a:tcBdr>
        <a:fill>
          <a:noFill/>
        </a:fill>
      </a:tcStyle>
    </a:lastRow>
    <a:firstRow>
      <a:tcTxStyle b="on">
        <a:fontRef idx="minor">
          <a:scrgbClr r="0" g="0" b="0"/>
        </a:fontRef>
        <a:schemeClr val="lt1"/>
      </a:tcTxStyle>
      <a:tcStyle>
        <a:tcBdr>
          <a:left>
            <a:lnRef idx="1">
              <a:schemeClr val="accent2"/>
            </a:lnRef>
          </a:left>
          <a:right>
            <a:lnRef idx="1">
              <a:schemeClr val="accent2"/>
            </a:lnRef>
          </a:right>
          <a:top>
            <a:lnRef idx="1">
              <a:schemeClr val="accent2"/>
            </a:lnRef>
          </a:top>
          <a:bottom>
            <a:lnRef idx="2">
              <a:schemeClr val="lt1"/>
            </a:lnRef>
          </a:bottom>
          <a:insideH>
            <a:ln>
              <a:noFill/>
            </a:ln>
          </a:insideH>
          <a:insideV>
            <a:ln>
              <a:noFill/>
            </a:ln>
          </a:insideV>
        </a:tcBdr>
        <a:fill>
          <a:solidFill>
            <a:schemeClr val="accent2"/>
          </a:solidFill>
        </a:fill>
      </a:tcStyle>
    </a:firstRow>
  </a:tblStyle>
</a:tblStyleLst>
</file>

<file path=ppt/viewProps.xml><?xml version="1.0" encoding="utf-8"?>
<p:viewPr xmlns:a="http://schemas.openxmlformats.org/drawingml/2006/main" xmlns:r="http://schemas.openxmlformats.org/officeDocument/2006/relationships" xmlns:p="http://schemas.openxmlformats.org/presentationml/2006/main">
  <p:normalViewPr>
    <p:restoredLeft sz="15620"/>
    <p:restoredTop sz="94660"/>
  </p:normalViewPr>
  <p:slideViewPr>
    <p:cSldViewPr snapToGrid="0">
      <p:cViewPr varScale="1">
        <p:scale>
          <a:sx n="78" d="100"/>
          <a:sy n="78" d="100"/>
        </p:scale>
        <p:origin x="850" y="62"/>
      </p:cViewPr>
      <p:guideLst/>
    </p:cSldViewPr>
  </p:slideViewPr>
  <p:notesTextViewPr>
    <p:cViewPr>
      <p:scale>
        <a:sx n="1" d="1"/>
        <a:sy n="1" d="1"/>
      </p:scale>
      <p:origin x="0" y="0"/>
    </p:cViewPr>
  </p:notesTextViewPr>
  <p:gridSpacing cx="76200" cy="76200"/>
</p:viewPr>
</file>

<file path=ppt/_rels/presentation.xml.rels><?xml version="1.0" encoding="UTF-8" standalone="yes"?>
<Relationships xmlns="http://schemas.openxmlformats.org/package/2006/relationships"><Relationship Id="rId8" Type="http://schemas.openxmlformats.org/officeDocument/2006/relationships/notesMaster" Target="notesMasters/notesMaster1.xml"/><Relationship Id="rId13" Type="http://schemas.microsoft.com/office/2016/11/relationships/changesInfo" Target="changesInfos/changesInfo1.xml"/><Relationship Id="rId3" Type="http://schemas.openxmlformats.org/officeDocument/2006/relationships/customXml" Target="../customXml/item3.xml"/><Relationship Id="rId7" Type="http://schemas.openxmlformats.org/officeDocument/2006/relationships/slide" Target="slides/slide3.xml"/><Relationship Id="rId12" Type="http://schemas.openxmlformats.org/officeDocument/2006/relationships/tableStyles" Target="tableStyles.xml"/><Relationship Id="rId2" Type="http://schemas.openxmlformats.org/officeDocument/2006/relationships/customXml" Target="../customXml/item2.xml"/><Relationship Id="rId1" Type="http://schemas.openxmlformats.org/officeDocument/2006/relationships/customXml" Target="../customXml/item1.xml"/><Relationship Id="rId6" Type="http://schemas.openxmlformats.org/officeDocument/2006/relationships/slide" Target="slides/slide2.xml"/><Relationship Id="rId11" Type="http://schemas.openxmlformats.org/officeDocument/2006/relationships/theme" Target="theme/theme1.xml"/><Relationship Id="rId5" Type="http://schemas.openxmlformats.org/officeDocument/2006/relationships/slide" Target="slides/slide1.xml"/><Relationship Id="rId10" Type="http://schemas.openxmlformats.org/officeDocument/2006/relationships/viewProps" Target="viewProps.xml"/><Relationship Id="rId4" Type="http://schemas.openxmlformats.org/officeDocument/2006/relationships/slideMaster" Target="slideMasters/slideMaster1.xml"/><Relationship Id="rId9" Type="http://schemas.openxmlformats.org/officeDocument/2006/relationships/presProps" Target="presProps.xml"/><Relationship Id="rId14" Type="http://schemas.microsoft.com/office/2015/10/relationships/revisionInfo" Target="revisionInfo.xml"/></Relationships>
</file>

<file path=ppt/changesInfos/changesInfo1.xml><?xml version="1.0" encoding="utf-8"?>
<pc:chgInfo xmlns:a="http://schemas.openxmlformats.org/drawingml/2006/main" xmlns:r="http://schemas.openxmlformats.org/officeDocument/2006/relationships" xmlns:ac="http://schemas.microsoft.com/office/drawing/2013/main/command" xmlns:pc="http://schemas.microsoft.com/office/powerpoint/2013/main/command">
  <pc:docChgLst>
    <pc:chgData name="Nisha K" userId="5648bdc5-1c11-4a48-aa3d-3ad2d22b7ec9" providerId="ADAL" clId="{08AEC60B-AE2B-49EE-BC1F-4FD3314770E6}"/>
    <pc:docChg chg="undo redo custSel modSld">
      <pc:chgData name="Nisha K" userId="5648bdc5-1c11-4a48-aa3d-3ad2d22b7ec9" providerId="ADAL" clId="{08AEC60B-AE2B-49EE-BC1F-4FD3314770E6}" dt="2026-09-11T10:41:04.647" v="2203" actId="20577"/>
      <pc:docMkLst>
        <pc:docMk/>
      </pc:docMkLst>
      <pc:sldChg chg="addSp delSp modSp mod">
        <pc:chgData name="Nisha K" userId="5648bdc5-1c11-4a48-aa3d-3ad2d22b7ec9" providerId="ADAL" clId="{08AEC60B-AE2B-49EE-BC1F-4FD3314770E6}" dt="2026-09-11T10:41:04.647" v="2203" actId="20577"/>
        <pc:sldMkLst>
          <pc:docMk/>
          <pc:sldMk cId="3684851753" sldId="256"/>
        </pc:sldMkLst>
        <pc:spChg chg="mod">
          <ac:chgData name="Nisha K" userId="5648bdc5-1c11-4a48-aa3d-3ad2d22b7ec9" providerId="ADAL" clId="{08AEC60B-AE2B-49EE-BC1F-4FD3314770E6}" dt="2026-09-11T10:27:42.443" v="2098" actId="1076"/>
          <ac:spMkLst>
            <pc:docMk/>
            <pc:sldMk cId="3684851753" sldId="256"/>
            <ac:spMk id="2" creationId="{E92C7045-EEDA-A2C0-CEDD-B1D6A50744B5}"/>
          </ac:spMkLst>
        </pc:spChg>
        <pc:spChg chg="add del mod">
          <ac:chgData name="Nisha K" userId="5648bdc5-1c11-4a48-aa3d-3ad2d22b7ec9" providerId="ADAL" clId="{08AEC60B-AE2B-49EE-BC1F-4FD3314770E6}" dt="2026-09-11T10:36:59.519" v="2177"/>
          <ac:spMkLst>
            <pc:docMk/>
            <pc:sldMk cId="3684851753" sldId="256"/>
            <ac:spMk id="3" creationId="{17C43168-7B0B-75B5-DC02-5334820373CB}"/>
          </ac:spMkLst>
        </pc:spChg>
        <pc:spChg chg="mod">
          <ac:chgData name="Nisha K" userId="5648bdc5-1c11-4a48-aa3d-3ad2d22b7ec9" providerId="ADAL" clId="{08AEC60B-AE2B-49EE-BC1F-4FD3314770E6}" dt="2026-09-11T10:38:20.947" v="2184"/>
          <ac:spMkLst>
            <pc:docMk/>
            <pc:sldMk cId="3684851753" sldId="256"/>
            <ac:spMk id="15" creationId="{4171FD07-C258-5175-0F1E-94097DE02743}"/>
          </ac:spMkLst>
        </pc:spChg>
        <pc:spChg chg="mod">
          <ac:chgData name="Nisha K" userId="5648bdc5-1c11-4a48-aa3d-3ad2d22b7ec9" providerId="ADAL" clId="{08AEC60B-AE2B-49EE-BC1F-4FD3314770E6}" dt="2026-09-04T10:49:57.456" v="1922" actId="14100"/>
          <ac:spMkLst>
            <pc:docMk/>
            <pc:sldMk cId="3684851753" sldId="256"/>
            <ac:spMk id="31" creationId="{E029F3AE-801E-3688-5550-9C14ABE1AEF4}"/>
          </ac:spMkLst>
        </pc:spChg>
        <pc:graphicFrameChg chg="modGraphic">
          <ac:chgData name="Nisha K" userId="5648bdc5-1c11-4a48-aa3d-3ad2d22b7ec9" providerId="ADAL" clId="{08AEC60B-AE2B-49EE-BC1F-4FD3314770E6}" dt="2026-09-11T10:02:50.562" v="1951" actId="20577"/>
          <ac:graphicFrameMkLst>
            <pc:docMk/>
            <pc:sldMk cId="3684851753" sldId="256"/>
            <ac:graphicFrameMk id="11" creationId="{2C774716-73EA-C9E0-8972-CCB47CAEC750}"/>
          </ac:graphicFrameMkLst>
        </pc:graphicFrameChg>
        <pc:graphicFrameChg chg="add del mod modGraphic">
          <ac:chgData name="Nisha K" userId="5648bdc5-1c11-4a48-aa3d-3ad2d22b7ec9" providerId="ADAL" clId="{08AEC60B-AE2B-49EE-BC1F-4FD3314770E6}" dt="2026-09-11T10:41:04.647" v="2203" actId="20577"/>
          <ac:graphicFrameMkLst>
            <pc:docMk/>
            <pc:sldMk cId="3684851753" sldId="256"/>
            <ac:graphicFrameMk id="23" creationId="{AA50D165-FC52-A57D-2E6B-4FD83DE6DCC3}"/>
          </ac:graphicFrameMkLst>
        </pc:graphicFrameChg>
      </pc:sldChg>
    </pc:docChg>
  </pc:docChgLst>
  <pc:docChgLst>
    <pc:chgData name="Sneha Singh" userId="S::snehas@datapattern.ai::f7c52414-b9b4-445a-a673-09ff41464237" providerId="AD" clId="Web-{05CA601C-8283-2C2F-B314-28E8CBD92984}"/>
    <pc:docChg chg="modSld">
      <pc:chgData name="Sneha Singh" userId="S::snehas@datapattern.ai::f7c52414-b9b4-445a-a673-09ff41464237" providerId="AD" clId="Web-{05CA601C-8283-2C2F-B314-28E8CBD92984}" dt="2026-09-11T12:14:39.320" v="160"/>
      <pc:docMkLst>
        <pc:docMk/>
      </pc:docMkLst>
      <pc:sldChg chg="delSp modSp">
        <pc:chgData name="Sneha Singh" userId="S::snehas@datapattern.ai::f7c52414-b9b4-445a-a673-09ff41464237" providerId="AD" clId="Web-{05CA601C-8283-2C2F-B314-28E8CBD92984}" dt="2026-09-11T12:12:43.750" v="137"/>
        <pc:sldMkLst>
          <pc:docMk/>
          <pc:sldMk cId="3684851753" sldId="256"/>
        </pc:sldMkLst>
        <pc:spChg chg="del">
          <ac:chgData name="Sneha Singh" userId="S::snehas@datapattern.ai::f7c52414-b9b4-445a-a673-09ff41464237" providerId="AD" clId="Web-{05CA601C-8283-2C2F-B314-28E8CBD92984}" dt="2026-09-11T11:30:54.764" v="10"/>
          <ac:spMkLst>
            <pc:docMk/>
            <pc:sldMk cId="3684851753" sldId="256"/>
            <ac:spMk id="2" creationId="{E92C7045-EEDA-A2C0-CEDD-B1D6A50744B5}"/>
          </ac:spMkLst>
        </pc:spChg>
        <pc:graphicFrameChg chg="del">
          <ac:chgData name="Sneha Singh" userId="S::snehas@datapattern.ai::f7c52414-b9b4-445a-a673-09ff41464237" providerId="AD" clId="Web-{05CA601C-8283-2C2F-B314-28E8CBD92984}" dt="2026-09-11T11:31:04.171" v="11"/>
          <ac:graphicFrameMkLst>
            <pc:docMk/>
            <pc:sldMk cId="3684851753" sldId="256"/>
            <ac:graphicFrameMk id="17" creationId="{13686998-430D-7511-C8D5-195394F6EE54}"/>
          </ac:graphicFrameMkLst>
        </pc:graphicFrameChg>
        <pc:graphicFrameChg chg="mod modGraphic">
          <ac:chgData name="Sneha Singh" userId="S::snehas@datapattern.ai::f7c52414-b9b4-445a-a673-09ff41464237" providerId="AD" clId="Web-{05CA601C-8283-2C2F-B314-28E8CBD92984}" dt="2026-09-11T12:12:43.750" v="137"/>
          <ac:graphicFrameMkLst>
            <pc:docMk/>
            <pc:sldMk cId="3684851753" sldId="256"/>
            <ac:graphicFrameMk id="23" creationId="{AA50D165-FC52-A57D-2E6B-4FD83DE6DCC3}"/>
          </ac:graphicFrameMkLst>
        </pc:graphicFrameChg>
      </pc:sldChg>
      <pc:sldChg chg="addSp delSp modSp">
        <pc:chgData name="Sneha Singh" userId="S::snehas@datapattern.ai::f7c52414-b9b4-445a-a673-09ff41464237" providerId="AD" clId="Web-{05CA601C-8283-2C2F-B314-28E8CBD92984}" dt="2026-09-11T12:14:39.320" v="160"/>
        <pc:sldMkLst>
          <pc:docMk/>
          <pc:sldMk cId="608338154" sldId="257"/>
        </pc:sldMkLst>
        <pc:spChg chg="add mod">
          <ac:chgData name="Sneha Singh" userId="S::snehas@datapattern.ai::f7c52414-b9b4-445a-a673-09ff41464237" providerId="AD" clId="Web-{05CA601C-8283-2C2F-B314-28E8CBD92984}" dt="2026-09-11T11:28:48.443" v="4" actId="1076"/>
          <ac:spMkLst>
            <pc:docMk/>
            <pc:sldMk cId="608338154" sldId="257"/>
            <ac:spMk id="3" creationId="{FC1BE34A-E4A2-5EB8-085D-C22E7D25DA3F}"/>
          </ac:spMkLst>
        </pc:spChg>
        <pc:spChg chg="mod">
          <ac:chgData name="Sneha Singh" userId="S::snehas@datapattern.ai::f7c52414-b9b4-445a-a673-09ff41464237" providerId="AD" clId="Web-{05CA601C-8283-2C2F-B314-28E8CBD92984}" dt="2026-09-11T11:28:32.286" v="2" actId="1076"/>
          <ac:spMkLst>
            <pc:docMk/>
            <pc:sldMk cId="608338154" sldId="257"/>
            <ac:spMk id="5" creationId="{FCD7571D-5261-81FB-3E32-DF8B404CDA72}"/>
          </ac:spMkLst>
        </pc:spChg>
        <pc:spChg chg="add del">
          <ac:chgData name="Sneha Singh" userId="S::snehas@datapattern.ai::f7c52414-b9b4-445a-a673-09ff41464237" providerId="AD" clId="Web-{05CA601C-8283-2C2F-B314-28E8CBD92984}" dt="2026-09-11T11:28:59.616" v="6"/>
          <ac:spMkLst>
            <pc:docMk/>
            <pc:sldMk cId="608338154" sldId="257"/>
            <ac:spMk id="7" creationId="{C5132318-57EE-03E2-ECE4-12659B9E0FD0}"/>
          </ac:spMkLst>
        </pc:spChg>
        <pc:graphicFrameChg chg="mod modGraphic">
          <ac:chgData name="Sneha Singh" userId="S::snehas@datapattern.ai::f7c52414-b9b4-445a-a673-09ff41464237" providerId="AD" clId="Web-{05CA601C-8283-2C2F-B314-28E8CBD92984}" dt="2026-09-11T12:14:39.320" v="160"/>
          <ac:graphicFrameMkLst>
            <pc:docMk/>
            <pc:sldMk cId="608338154" sldId="257"/>
            <ac:graphicFrameMk id="4" creationId="{94205F8A-BB7B-D149-7EF7-C2F74980B28C}"/>
          </ac:graphicFrameMkLst>
        </pc:graphicFrameChg>
        <pc:graphicFrameChg chg="add mod">
          <ac:chgData name="Sneha Singh" userId="S::snehas@datapattern.ai::f7c52414-b9b4-445a-a673-09ff41464237" providerId="AD" clId="Web-{05CA601C-8283-2C2F-B314-28E8CBD92984}" dt="2026-09-11T11:30:45.998" v="9" actId="1076"/>
          <ac:graphicFrameMkLst>
            <pc:docMk/>
            <pc:sldMk cId="608338154" sldId="257"/>
            <ac:graphicFrameMk id="9" creationId="{B3C76E00-33F2-45F8-EFC7-DED0DB5CC4E8}"/>
          </ac:graphicFrameMkLst>
        </pc:graphicFrameChg>
      </pc:sldChg>
    </pc:docChg>
  </pc:docChgLst>
</pc:chgInfo>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en-IN"/>
          </a:p>
        </p:txBody>
      </p:sp>
      <p:sp>
        <p:nvSpPr>
          <p:cNvPr id="3" name="Date Placeholder 2"/>
          <p:cNvSpPr>
            <a:spLocks noGrp="1"/>
          </p:cNvSpPr>
          <p:nvPr>
            <p:ph type="dt" idx="1"/>
          </p:nvPr>
        </p:nvSpPr>
        <p:spPr>
          <a:xfrm>
            <a:off x="3884613" y="0"/>
            <a:ext cx="2971800" cy="458788"/>
          </a:xfrm>
          <a:prstGeom prst="rect">
            <a:avLst/>
          </a:prstGeom>
        </p:spPr>
        <p:txBody>
          <a:bodyPr vert="horz" lIns="91440" tIns="45720" rIns="91440" bIns="45720" rtlCol="0"/>
          <a:lstStyle>
            <a:lvl1pPr algn="r">
              <a:defRPr sz="1200"/>
            </a:lvl1pPr>
          </a:lstStyle>
          <a:p>
            <a:fld id="{54619D85-F5F0-46C9-BEEC-48CB72B3E8B4}" type="datetimeFigureOut">
              <a:rPr lang="en-IN" smtClean="0"/>
              <a:t>23-09-2026</a:t>
            </a:fld>
            <a:endParaRPr lang="en-IN"/>
          </a:p>
        </p:txBody>
      </p:sp>
      <p:sp>
        <p:nvSpPr>
          <p:cNvPr id="4" name="Slide Image Placeholder 3"/>
          <p:cNvSpPr>
            <a:spLocks noGrp="1" noRot="1" noChangeAspect="1"/>
          </p:cNvSpPr>
          <p:nvPr>
            <p:ph type="sldImg" idx="2"/>
          </p:nvPr>
        </p:nvSpPr>
        <p:spPr>
          <a:xfrm>
            <a:off x="685800" y="1143000"/>
            <a:ext cx="5486400" cy="3086100"/>
          </a:xfrm>
          <a:prstGeom prst="rect">
            <a:avLst/>
          </a:prstGeom>
          <a:noFill/>
          <a:ln w="12700">
            <a:solidFill>
              <a:prstClr val="black"/>
            </a:solidFill>
          </a:ln>
        </p:spPr>
        <p:txBody>
          <a:bodyPr vert="horz" lIns="91440" tIns="45720" rIns="91440" bIns="45720" rtlCol="0" anchor="ctr"/>
          <a:lstStyle/>
          <a:p>
            <a:endParaRPr lang="en-IN"/>
          </a:p>
        </p:txBody>
      </p:sp>
      <p:sp>
        <p:nvSpPr>
          <p:cNvPr id="5" name="Notes Placeholder 4"/>
          <p:cNvSpPr>
            <a:spLocks noGrp="1"/>
          </p:cNvSpPr>
          <p:nvPr>
            <p:ph type="body" sz="quarter" idx="3"/>
          </p:nvPr>
        </p:nvSpPr>
        <p:spPr>
          <a:xfrm>
            <a:off x="685800" y="4400550"/>
            <a:ext cx="5486400" cy="3600450"/>
          </a:xfrm>
          <a:prstGeom prst="rect">
            <a:avLst/>
          </a:prstGeom>
        </p:spPr>
        <p:txBody>
          <a:bodyPr vert="horz" lIns="91440" tIns="45720" rIns="91440" bIns="45720" rtlCol="0"/>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IN"/>
          </a:p>
        </p:txBody>
      </p:sp>
      <p:sp>
        <p:nvSpPr>
          <p:cNvPr id="6" name="Footer Placeholder 5"/>
          <p:cNvSpPr>
            <a:spLocks noGrp="1"/>
          </p:cNvSpPr>
          <p:nvPr>
            <p:ph type="ftr" sz="quarter" idx="4"/>
          </p:nvPr>
        </p:nvSpPr>
        <p:spPr>
          <a:xfrm>
            <a:off x="0" y="8685213"/>
            <a:ext cx="2971800" cy="458787"/>
          </a:xfrm>
          <a:prstGeom prst="rect">
            <a:avLst/>
          </a:prstGeom>
        </p:spPr>
        <p:txBody>
          <a:bodyPr vert="horz" lIns="91440" tIns="45720" rIns="91440" bIns="45720" rtlCol="0" anchor="b"/>
          <a:lstStyle>
            <a:lvl1pPr algn="l">
              <a:defRPr sz="1200"/>
            </a:lvl1pPr>
          </a:lstStyle>
          <a:p>
            <a:endParaRPr lang="en-IN"/>
          </a:p>
        </p:txBody>
      </p:sp>
      <p:sp>
        <p:nvSpPr>
          <p:cNvPr id="7" name="Slide Number Placeholder 6"/>
          <p:cNvSpPr>
            <a:spLocks noGrp="1"/>
          </p:cNvSpPr>
          <p:nvPr>
            <p:ph type="sldNum" sz="quarter" idx="5"/>
          </p:nvPr>
        </p:nvSpPr>
        <p:spPr>
          <a:xfrm>
            <a:off x="3884613" y="8685213"/>
            <a:ext cx="2971800" cy="458787"/>
          </a:xfrm>
          <a:prstGeom prst="rect">
            <a:avLst/>
          </a:prstGeom>
        </p:spPr>
        <p:txBody>
          <a:bodyPr vert="horz" lIns="91440" tIns="45720" rIns="91440" bIns="45720" rtlCol="0" anchor="b"/>
          <a:lstStyle>
            <a:lvl1pPr algn="r">
              <a:defRPr sz="1200"/>
            </a:lvl1pPr>
          </a:lstStyle>
          <a:p>
            <a:fld id="{A5F3BBF6-980B-4416-AFA3-D8E71E686990}" type="slidenum">
              <a:rPr lang="en-IN" smtClean="0"/>
              <a:t>‹#›</a:t>
            </a:fld>
            <a:endParaRPr lang="en-IN"/>
          </a:p>
        </p:txBody>
      </p:sp>
    </p:spTree>
    <p:extLst>
      <p:ext uri="{BB962C8B-B14F-4D97-AF65-F5344CB8AC3E}">
        <p14:creationId xmlns:p14="http://schemas.microsoft.com/office/powerpoint/2010/main" val="2020765176"/>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2.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IN"/>
          </a:p>
        </p:txBody>
      </p:sp>
      <p:sp>
        <p:nvSpPr>
          <p:cNvPr id="4" name="Slide Number Placeholder 3"/>
          <p:cNvSpPr>
            <a:spLocks noGrp="1"/>
          </p:cNvSpPr>
          <p:nvPr>
            <p:ph type="sldNum" sz="quarter" idx="5"/>
          </p:nvPr>
        </p:nvSpPr>
        <p:spPr/>
        <p:txBody>
          <a:bodyPr/>
          <a:lstStyle/>
          <a:p>
            <a:fld id="{A5F3BBF6-980B-4416-AFA3-D8E71E686990}" type="slidenum">
              <a:rPr lang="en-IN" smtClean="0"/>
              <a:t>2</a:t>
            </a:fld>
            <a:endParaRPr lang="en-IN"/>
          </a:p>
        </p:txBody>
      </p:sp>
    </p:spTree>
    <p:extLst>
      <p:ext uri="{BB962C8B-B14F-4D97-AF65-F5344CB8AC3E}">
        <p14:creationId xmlns:p14="http://schemas.microsoft.com/office/powerpoint/2010/main" val="4013903232"/>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5170A6EF-746B-EDF8-D1D3-6B1D67A367D6}"/>
              </a:ext>
            </a:extLst>
          </p:cNvPr>
          <p:cNvSpPr>
            <a:spLocks noGrp="1"/>
          </p:cNvSpPr>
          <p:nvPr>
            <p:ph type="ctrTitle"/>
          </p:nvPr>
        </p:nvSpPr>
        <p:spPr>
          <a:xfrm>
            <a:off x="1524000" y="1122363"/>
            <a:ext cx="9144000" cy="2387600"/>
          </a:xfrm>
        </p:spPr>
        <p:txBody>
          <a:bodyPr anchor="b"/>
          <a:lstStyle>
            <a:lvl1pPr algn="ctr">
              <a:defRPr sz="6000"/>
            </a:lvl1pPr>
          </a:lstStyle>
          <a:p>
            <a:r>
              <a:rPr lang="en-US"/>
              <a:t>Click to edit Master title style</a:t>
            </a:r>
            <a:endParaRPr lang="en-IN"/>
          </a:p>
        </p:txBody>
      </p:sp>
      <p:sp>
        <p:nvSpPr>
          <p:cNvPr id="3" name="Subtitle 2">
            <a:extLst>
              <a:ext uri="{FF2B5EF4-FFF2-40B4-BE49-F238E27FC236}">
                <a16:creationId xmlns:a16="http://schemas.microsoft.com/office/drawing/2014/main" id="{6F580257-A108-7A4D-A0E2-77DB36615570}"/>
              </a:ext>
            </a:extLst>
          </p:cNvPr>
          <p:cNvSpPr>
            <a:spLocks noGrp="1"/>
          </p:cNvSpPr>
          <p:nvPr>
            <p:ph type="subTitle" idx="1"/>
          </p:nvPr>
        </p:nvSpPr>
        <p:spPr>
          <a:xfrm>
            <a:off x="1524000" y="3602038"/>
            <a:ext cx="9144000" cy="1655762"/>
          </a:xfrm>
        </p:spPr>
        <p:txBody>
          <a:bodyPr/>
          <a:lstStyle>
            <a:lvl1pPr marL="0" indent="0" algn="ctr">
              <a:buNone/>
              <a:defRPr sz="2400"/>
            </a:lvl1pPr>
            <a:lvl2pPr marL="457200" indent="0" algn="ctr">
              <a:buNone/>
              <a:defRPr sz="2000"/>
            </a:lvl2pPr>
            <a:lvl3pPr marL="914400" indent="0" algn="ctr">
              <a:buNone/>
              <a:defRPr sz="1800"/>
            </a:lvl3pPr>
            <a:lvl4pPr marL="1371600" indent="0" algn="ctr">
              <a:buNone/>
              <a:defRPr sz="1600"/>
            </a:lvl4pPr>
            <a:lvl5pPr marL="1828800" indent="0" algn="ctr">
              <a:buNone/>
              <a:defRPr sz="1600"/>
            </a:lvl5pPr>
            <a:lvl6pPr marL="2286000" indent="0" algn="ctr">
              <a:buNone/>
              <a:defRPr sz="1600"/>
            </a:lvl6pPr>
            <a:lvl7pPr marL="2743200" indent="0" algn="ctr">
              <a:buNone/>
              <a:defRPr sz="1600"/>
            </a:lvl7pPr>
            <a:lvl8pPr marL="3200400" indent="0" algn="ctr">
              <a:buNone/>
              <a:defRPr sz="1600"/>
            </a:lvl8pPr>
            <a:lvl9pPr marL="3657600" indent="0" algn="ctr">
              <a:buNone/>
              <a:defRPr sz="1600"/>
            </a:lvl9pPr>
          </a:lstStyle>
          <a:p>
            <a:r>
              <a:rPr lang="en-US"/>
              <a:t>Click to edit Master subtitle style</a:t>
            </a:r>
            <a:endParaRPr lang="en-IN"/>
          </a:p>
        </p:txBody>
      </p:sp>
      <p:sp>
        <p:nvSpPr>
          <p:cNvPr id="4" name="Date Placeholder 3">
            <a:extLst>
              <a:ext uri="{FF2B5EF4-FFF2-40B4-BE49-F238E27FC236}">
                <a16:creationId xmlns:a16="http://schemas.microsoft.com/office/drawing/2014/main" id="{CDA68C39-E092-82D7-677D-4136C665E277}"/>
              </a:ext>
            </a:extLst>
          </p:cNvPr>
          <p:cNvSpPr>
            <a:spLocks noGrp="1"/>
          </p:cNvSpPr>
          <p:nvPr>
            <p:ph type="dt" sz="half" idx="10"/>
          </p:nvPr>
        </p:nvSpPr>
        <p:spPr/>
        <p:txBody>
          <a:bodyPr/>
          <a:lstStyle/>
          <a:p>
            <a:fld id="{BB4CAFED-94E5-4CEE-816C-8C8FDE45942B}" type="datetimeFigureOut">
              <a:rPr lang="en-IN" smtClean="0"/>
              <a:t>23-09-2026</a:t>
            </a:fld>
            <a:endParaRPr lang="en-IN"/>
          </a:p>
        </p:txBody>
      </p:sp>
      <p:sp>
        <p:nvSpPr>
          <p:cNvPr id="5" name="Footer Placeholder 4">
            <a:extLst>
              <a:ext uri="{FF2B5EF4-FFF2-40B4-BE49-F238E27FC236}">
                <a16:creationId xmlns:a16="http://schemas.microsoft.com/office/drawing/2014/main" id="{4C47A924-5086-DE19-9FAD-FA07A730DEEA}"/>
              </a:ext>
            </a:extLst>
          </p:cNvPr>
          <p:cNvSpPr>
            <a:spLocks noGrp="1"/>
          </p:cNvSpPr>
          <p:nvPr>
            <p:ph type="ftr" sz="quarter" idx="11"/>
          </p:nvPr>
        </p:nvSpPr>
        <p:spPr/>
        <p:txBody>
          <a:bodyPr/>
          <a:lstStyle/>
          <a:p>
            <a:endParaRPr lang="en-IN"/>
          </a:p>
        </p:txBody>
      </p:sp>
      <p:sp>
        <p:nvSpPr>
          <p:cNvPr id="6" name="Slide Number Placeholder 5">
            <a:extLst>
              <a:ext uri="{FF2B5EF4-FFF2-40B4-BE49-F238E27FC236}">
                <a16:creationId xmlns:a16="http://schemas.microsoft.com/office/drawing/2014/main" id="{47AFC734-6102-76EB-8F60-83E706AD3017}"/>
              </a:ext>
            </a:extLst>
          </p:cNvPr>
          <p:cNvSpPr>
            <a:spLocks noGrp="1"/>
          </p:cNvSpPr>
          <p:nvPr>
            <p:ph type="sldNum" sz="quarter" idx="12"/>
          </p:nvPr>
        </p:nvSpPr>
        <p:spPr/>
        <p:txBody>
          <a:bodyPr/>
          <a:lstStyle/>
          <a:p>
            <a:fld id="{4A7BE9FA-0A4B-4695-A6D1-3A5E523B8059}" type="slidenum">
              <a:rPr lang="en-IN" smtClean="0"/>
              <a:t>‹#›</a:t>
            </a:fld>
            <a:endParaRPr lang="en-IN"/>
          </a:p>
        </p:txBody>
      </p:sp>
    </p:spTree>
    <p:extLst>
      <p:ext uri="{BB962C8B-B14F-4D97-AF65-F5344CB8AC3E}">
        <p14:creationId xmlns:p14="http://schemas.microsoft.com/office/powerpoint/2010/main" val="1291882259"/>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E1244BD6-F721-4225-96C2-9F2C9205ADD9}"/>
              </a:ext>
            </a:extLst>
          </p:cNvPr>
          <p:cNvSpPr>
            <a:spLocks noGrp="1"/>
          </p:cNvSpPr>
          <p:nvPr>
            <p:ph type="title"/>
          </p:nvPr>
        </p:nvSpPr>
        <p:spPr/>
        <p:txBody>
          <a:bodyPr/>
          <a:lstStyle/>
          <a:p>
            <a:r>
              <a:rPr lang="en-US"/>
              <a:t>Click to edit Master title style</a:t>
            </a:r>
            <a:endParaRPr lang="en-IN"/>
          </a:p>
        </p:txBody>
      </p:sp>
      <p:sp>
        <p:nvSpPr>
          <p:cNvPr id="3" name="Content Placeholder 2">
            <a:extLst>
              <a:ext uri="{FF2B5EF4-FFF2-40B4-BE49-F238E27FC236}">
                <a16:creationId xmlns:a16="http://schemas.microsoft.com/office/drawing/2014/main" id="{EFC0512F-CDF0-13C3-87B5-410863C48E6F}"/>
              </a:ext>
            </a:extLst>
          </p:cNvPr>
          <p:cNvSpPr>
            <a:spLocks noGrp="1"/>
          </p:cNvSpPr>
          <p:nvPr>
            <p:ph idx="1"/>
          </p:nvPr>
        </p:nvSpPr>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IN"/>
          </a:p>
        </p:txBody>
      </p:sp>
      <p:sp>
        <p:nvSpPr>
          <p:cNvPr id="4" name="Date Placeholder 3">
            <a:extLst>
              <a:ext uri="{FF2B5EF4-FFF2-40B4-BE49-F238E27FC236}">
                <a16:creationId xmlns:a16="http://schemas.microsoft.com/office/drawing/2014/main" id="{F896C8DF-D030-FDCC-5EC7-6FB1E03B06CD}"/>
              </a:ext>
            </a:extLst>
          </p:cNvPr>
          <p:cNvSpPr>
            <a:spLocks noGrp="1"/>
          </p:cNvSpPr>
          <p:nvPr>
            <p:ph type="dt" sz="half" idx="10"/>
          </p:nvPr>
        </p:nvSpPr>
        <p:spPr/>
        <p:txBody>
          <a:bodyPr/>
          <a:lstStyle/>
          <a:p>
            <a:fld id="{BB4CAFED-94E5-4CEE-816C-8C8FDE45942B}" type="datetimeFigureOut">
              <a:rPr lang="en-IN" smtClean="0"/>
              <a:t>23-09-2026</a:t>
            </a:fld>
            <a:endParaRPr lang="en-IN"/>
          </a:p>
        </p:txBody>
      </p:sp>
      <p:sp>
        <p:nvSpPr>
          <p:cNvPr id="5" name="Footer Placeholder 4">
            <a:extLst>
              <a:ext uri="{FF2B5EF4-FFF2-40B4-BE49-F238E27FC236}">
                <a16:creationId xmlns:a16="http://schemas.microsoft.com/office/drawing/2014/main" id="{8CFF9DCE-E0E2-D04D-587D-AE7BB35FE706}"/>
              </a:ext>
            </a:extLst>
          </p:cNvPr>
          <p:cNvSpPr>
            <a:spLocks noGrp="1"/>
          </p:cNvSpPr>
          <p:nvPr>
            <p:ph type="ftr" sz="quarter" idx="11"/>
          </p:nvPr>
        </p:nvSpPr>
        <p:spPr/>
        <p:txBody>
          <a:bodyPr/>
          <a:lstStyle/>
          <a:p>
            <a:endParaRPr lang="en-IN"/>
          </a:p>
        </p:txBody>
      </p:sp>
      <p:sp>
        <p:nvSpPr>
          <p:cNvPr id="6" name="Slide Number Placeholder 5">
            <a:extLst>
              <a:ext uri="{FF2B5EF4-FFF2-40B4-BE49-F238E27FC236}">
                <a16:creationId xmlns:a16="http://schemas.microsoft.com/office/drawing/2014/main" id="{C11F0637-92C8-AE48-6869-80A6C47FBC05}"/>
              </a:ext>
            </a:extLst>
          </p:cNvPr>
          <p:cNvSpPr>
            <a:spLocks noGrp="1"/>
          </p:cNvSpPr>
          <p:nvPr>
            <p:ph type="sldNum" sz="quarter" idx="12"/>
          </p:nvPr>
        </p:nvSpPr>
        <p:spPr/>
        <p:txBody>
          <a:bodyPr/>
          <a:lstStyle/>
          <a:p>
            <a:fld id="{4A7BE9FA-0A4B-4695-A6D1-3A5E523B8059}" type="slidenum">
              <a:rPr lang="en-IN" smtClean="0"/>
              <a:t>‹#›</a:t>
            </a:fld>
            <a:endParaRPr lang="en-IN"/>
          </a:p>
        </p:txBody>
      </p:sp>
    </p:spTree>
    <p:extLst>
      <p:ext uri="{BB962C8B-B14F-4D97-AF65-F5344CB8AC3E}">
        <p14:creationId xmlns:p14="http://schemas.microsoft.com/office/powerpoint/2010/main" val="3433348707"/>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B5D62F8F-6464-003C-47C9-831C8A12C240}"/>
              </a:ext>
            </a:extLst>
          </p:cNvPr>
          <p:cNvSpPr>
            <a:spLocks noGrp="1"/>
          </p:cNvSpPr>
          <p:nvPr>
            <p:ph type="title"/>
          </p:nvPr>
        </p:nvSpPr>
        <p:spPr>
          <a:xfrm>
            <a:off x="831850" y="1709738"/>
            <a:ext cx="10515600" cy="2852737"/>
          </a:xfrm>
        </p:spPr>
        <p:txBody>
          <a:bodyPr anchor="b"/>
          <a:lstStyle>
            <a:lvl1pPr>
              <a:defRPr sz="6000"/>
            </a:lvl1pPr>
          </a:lstStyle>
          <a:p>
            <a:r>
              <a:rPr lang="en-US"/>
              <a:t>Click to edit Master title style</a:t>
            </a:r>
            <a:endParaRPr lang="en-IN"/>
          </a:p>
        </p:txBody>
      </p:sp>
      <p:sp>
        <p:nvSpPr>
          <p:cNvPr id="3" name="Text Placeholder 2">
            <a:extLst>
              <a:ext uri="{FF2B5EF4-FFF2-40B4-BE49-F238E27FC236}">
                <a16:creationId xmlns:a16="http://schemas.microsoft.com/office/drawing/2014/main" id="{53B1105B-F190-77B6-E5A2-399982F2BB97}"/>
              </a:ext>
            </a:extLst>
          </p:cNvPr>
          <p:cNvSpPr>
            <a:spLocks noGrp="1"/>
          </p:cNvSpPr>
          <p:nvPr>
            <p:ph type="body" idx="1"/>
          </p:nvPr>
        </p:nvSpPr>
        <p:spPr>
          <a:xfrm>
            <a:off x="831850" y="4589463"/>
            <a:ext cx="10515600" cy="1500187"/>
          </a:xfrm>
        </p:spPr>
        <p:txBody>
          <a:bodyPr/>
          <a:lstStyle>
            <a:lvl1pPr marL="0" indent="0">
              <a:buNone/>
              <a:defRPr sz="2400">
                <a:solidFill>
                  <a:schemeClr val="tx1">
                    <a:tint val="82000"/>
                  </a:schemeClr>
                </a:solidFill>
              </a:defRPr>
            </a:lvl1pPr>
            <a:lvl2pPr marL="457200" indent="0">
              <a:buNone/>
              <a:defRPr sz="2000">
                <a:solidFill>
                  <a:schemeClr val="tx1">
                    <a:tint val="82000"/>
                  </a:schemeClr>
                </a:solidFill>
              </a:defRPr>
            </a:lvl2pPr>
            <a:lvl3pPr marL="914400" indent="0">
              <a:buNone/>
              <a:defRPr sz="1800">
                <a:solidFill>
                  <a:schemeClr val="tx1">
                    <a:tint val="82000"/>
                  </a:schemeClr>
                </a:solidFill>
              </a:defRPr>
            </a:lvl3pPr>
            <a:lvl4pPr marL="1371600" indent="0">
              <a:buNone/>
              <a:defRPr sz="1600">
                <a:solidFill>
                  <a:schemeClr val="tx1">
                    <a:tint val="82000"/>
                  </a:schemeClr>
                </a:solidFill>
              </a:defRPr>
            </a:lvl4pPr>
            <a:lvl5pPr marL="1828800" indent="0">
              <a:buNone/>
              <a:defRPr sz="1600">
                <a:solidFill>
                  <a:schemeClr val="tx1">
                    <a:tint val="82000"/>
                  </a:schemeClr>
                </a:solidFill>
              </a:defRPr>
            </a:lvl5pPr>
            <a:lvl6pPr marL="2286000" indent="0">
              <a:buNone/>
              <a:defRPr sz="1600">
                <a:solidFill>
                  <a:schemeClr val="tx1">
                    <a:tint val="82000"/>
                  </a:schemeClr>
                </a:solidFill>
              </a:defRPr>
            </a:lvl6pPr>
            <a:lvl7pPr marL="2743200" indent="0">
              <a:buNone/>
              <a:defRPr sz="1600">
                <a:solidFill>
                  <a:schemeClr val="tx1">
                    <a:tint val="82000"/>
                  </a:schemeClr>
                </a:solidFill>
              </a:defRPr>
            </a:lvl7pPr>
            <a:lvl8pPr marL="3200400" indent="0">
              <a:buNone/>
              <a:defRPr sz="1600">
                <a:solidFill>
                  <a:schemeClr val="tx1">
                    <a:tint val="82000"/>
                  </a:schemeClr>
                </a:solidFill>
              </a:defRPr>
            </a:lvl8pPr>
            <a:lvl9pPr marL="3657600" indent="0">
              <a:buNone/>
              <a:defRPr sz="1600">
                <a:solidFill>
                  <a:schemeClr val="tx1">
                    <a:tint val="82000"/>
                  </a:schemeClr>
                </a:solidFill>
              </a:defRPr>
            </a:lvl9pPr>
          </a:lstStyle>
          <a:p>
            <a:pPr lvl="0"/>
            <a:r>
              <a:rPr lang="en-US"/>
              <a:t>Click to edit Master text styles</a:t>
            </a:r>
          </a:p>
        </p:txBody>
      </p:sp>
      <p:sp>
        <p:nvSpPr>
          <p:cNvPr id="4" name="Date Placeholder 3">
            <a:extLst>
              <a:ext uri="{FF2B5EF4-FFF2-40B4-BE49-F238E27FC236}">
                <a16:creationId xmlns:a16="http://schemas.microsoft.com/office/drawing/2014/main" id="{B90AEAEF-1043-770B-5928-7EE8C860CA09}"/>
              </a:ext>
            </a:extLst>
          </p:cNvPr>
          <p:cNvSpPr>
            <a:spLocks noGrp="1"/>
          </p:cNvSpPr>
          <p:nvPr>
            <p:ph type="dt" sz="half" idx="10"/>
          </p:nvPr>
        </p:nvSpPr>
        <p:spPr/>
        <p:txBody>
          <a:bodyPr/>
          <a:lstStyle/>
          <a:p>
            <a:fld id="{BB4CAFED-94E5-4CEE-816C-8C8FDE45942B}" type="datetimeFigureOut">
              <a:rPr lang="en-IN" smtClean="0"/>
              <a:t>23-09-2026</a:t>
            </a:fld>
            <a:endParaRPr lang="en-IN"/>
          </a:p>
        </p:txBody>
      </p:sp>
      <p:sp>
        <p:nvSpPr>
          <p:cNvPr id="5" name="Footer Placeholder 4">
            <a:extLst>
              <a:ext uri="{FF2B5EF4-FFF2-40B4-BE49-F238E27FC236}">
                <a16:creationId xmlns:a16="http://schemas.microsoft.com/office/drawing/2014/main" id="{FF9A64F2-A727-E90A-948D-3DCCC90C0861}"/>
              </a:ext>
            </a:extLst>
          </p:cNvPr>
          <p:cNvSpPr>
            <a:spLocks noGrp="1"/>
          </p:cNvSpPr>
          <p:nvPr>
            <p:ph type="ftr" sz="quarter" idx="11"/>
          </p:nvPr>
        </p:nvSpPr>
        <p:spPr/>
        <p:txBody>
          <a:bodyPr/>
          <a:lstStyle/>
          <a:p>
            <a:endParaRPr lang="en-IN"/>
          </a:p>
        </p:txBody>
      </p:sp>
      <p:sp>
        <p:nvSpPr>
          <p:cNvPr id="6" name="Slide Number Placeholder 5">
            <a:extLst>
              <a:ext uri="{FF2B5EF4-FFF2-40B4-BE49-F238E27FC236}">
                <a16:creationId xmlns:a16="http://schemas.microsoft.com/office/drawing/2014/main" id="{090F29C0-86B8-9ABA-022D-7A919EFADC09}"/>
              </a:ext>
            </a:extLst>
          </p:cNvPr>
          <p:cNvSpPr>
            <a:spLocks noGrp="1"/>
          </p:cNvSpPr>
          <p:nvPr>
            <p:ph type="sldNum" sz="quarter" idx="12"/>
          </p:nvPr>
        </p:nvSpPr>
        <p:spPr/>
        <p:txBody>
          <a:bodyPr/>
          <a:lstStyle/>
          <a:p>
            <a:fld id="{4A7BE9FA-0A4B-4695-A6D1-3A5E523B8059}" type="slidenum">
              <a:rPr lang="en-IN" smtClean="0"/>
              <a:t>‹#›</a:t>
            </a:fld>
            <a:endParaRPr lang="en-IN"/>
          </a:p>
        </p:txBody>
      </p:sp>
    </p:spTree>
    <p:extLst>
      <p:ext uri="{BB962C8B-B14F-4D97-AF65-F5344CB8AC3E}">
        <p14:creationId xmlns:p14="http://schemas.microsoft.com/office/powerpoint/2010/main" val="44409027"/>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0B0ECE0F-8752-FC36-7DC1-CBAC4D80E2B7}"/>
              </a:ext>
            </a:extLst>
          </p:cNvPr>
          <p:cNvSpPr>
            <a:spLocks noGrp="1"/>
          </p:cNvSpPr>
          <p:nvPr>
            <p:ph type="title"/>
          </p:nvPr>
        </p:nvSpPr>
        <p:spPr/>
        <p:txBody>
          <a:bodyPr/>
          <a:lstStyle/>
          <a:p>
            <a:r>
              <a:rPr lang="en-US"/>
              <a:t>Click to edit Master title style</a:t>
            </a:r>
            <a:endParaRPr lang="en-IN"/>
          </a:p>
        </p:txBody>
      </p:sp>
      <p:sp>
        <p:nvSpPr>
          <p:cNvPr id="3" name="Content Placeholder 2">
            <a:extLst>
              <a:ext uri="{FF2B5EF4-FFF2-40B4-BE49-F238E27FC236}">
                <a16:creationId xmlns:a16="http://schemas.microsoft.com/office/drawing/2014/main" id="{3EC008C4-21F1-8632-BAA8-8C9CAA9FC351}"/>
              </a:ext>
            </a:extLst>
          </p:cNvPr>
          <p:cNvSpPr>
            <a:spLocks noGrp="1"/>
          </p:cNvSpPr>
          <p:nvPr>
            <p:ph sz="half" idx="1"/>
          </p:nvPr>
        </p:nvSpPr>
        <p:spPr>
          <a:xfrm>
            <a:off x="838200" y="1825625"/>
            <a:ext cx="5181600" cy="435133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IN"/>
          </a:p>
        </p:txBody>
      </p:sp>
      <p:sp>
        <p:nvSpPr>
          <p:cNvPr id="4" name="Content Placeholder 3">
            <a:extLst>
              <a:ext uri="{FF2B5EF4-FFF2-40B4-BE49-F238E27FC236}">
                <a16:creationId xmlns:a16="http://schemas.microsoft.com/office/drawing/2014/main" id="{BDFB4482-B897-F18B-F842-238A7EC4999E}"/>
              </a:ext>
            </a:extLst>
          </p:cNvPr>
          <p:cNvSpPr>
            <a:spLocks noGrp="1"/>
          </p:cNvSpPr>
          <p:nvPr>
            <p:ph sz="half" idx="2"/>
          </p:nvPr>
        </p:nvSpPr>
        <p:spPr>
          <a:xfrm>
            <a:off x="6172200" y="1825625"/>
            <a:ext cx="5181600" cy="435133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IN"/>
          </a:p>
        </p:txBody>
      </p:sp>
      <p:sp>
        <p:nvSpPr>
          <p:cNvPr id="5" name="Date Placeholder 4">
            <a:extLst>
              <a:ext uri="{FF2B5EF4-FFF2-40B4-BE49-F238E27FC236}">
                <a16:creationId xmlns:a16="http://schemas.microsoft.com/office/drawing/2014/main" id="{31720E2E-67BD-544B-1177-75AFC604FFA3}"/>
              </a:ext>
            </a:extLst>
          </p:cNvPr>
          <p:cNvSpPr>
            <a:spLocks noGrp="1"/>
          </p:cNvSpPr>
          <p:nvPr>
            <p:ph type="dt" sz="half" idx="10"/>
          </p:nvPr>
        </p:nvSpPr>
        <p:spPr/>
        <p:txBody>
          <a:bodyPr/>
          <a:lstStyle/>
          <a:p>
            <a:fld id="{BB4CAFED-94E5-4CEE-816C-8C8FDE45942B}" type="datetimeFigureOut">
              <a:rPr lang="en-IN" smtClean="0"/>
              <a:t>23-09-2026</a:t>
            </a:fld>
            <a:endParaRPr lang="en-IN"/>
          </a:p>
        </p:txBody>
      </p:sp>
      <p:sp>
        <p:nvSpPr>
          <p:cNvPr id="6" name="Footer Placeholder 5">
            <a:extLst>
              <a:ext uri="{FF2B5EF4-FFF2-40B4-BE49-F238E27FC236}">
                <a16:creationId xmlns:a16="http://schemas.microsoft.com/office/drawing/2014/main" id="{51096ABE-ADF5-EC0D-2AE3-29CD7BFA56B9}"/>
              </a:ext>
            </a:extLst>
          </p:cNvPr>
          <p:cNvSpPr>
            <a:spLocks noGrp="1"/>
          </p:cNvSpPr>
          <p:nvPr>
            <p:ph type="ftr" sz="quarter" idx="11"/>
          </p:nvPr>
        </p:nvSpPr>
        <p:spPr/>
        <p:txBody>
          <a:bodyPr/>
          <a:lstStyle/>
          <a:p>
            <a:endParaRPr lang="en-IN"/>
          </a:p>
        </p:txBody>
      </p:sp>
      <p:sp>
        <p:nvSpPr>
          <p:cNvPr id="7" name="Slide Number Placeholder 6">
            <a:extLst>
              <a:ext uri="{FF2B5EF4-FFF2-40B4-BE49-F238E27FC236}">
                <a16:creationId xmlns:a16="http://schemas.microsoft.com/office/drawing/2014/main" id="{00842D5B-5D26-C078-73F0-63078C01F885}"/>
              </a:ext>
            </a:extLst>
          </p:cNvPr>
          <p:cNvSpPr>
            <a:spLocks noGrp="1"/>
          </p:cNvSpPr>
          <p:nvPr>
            <p:ph type="sldNum" sz="quarter" idx="12"/>
          </p:nvPr>
        </p:nvSpPr>
        <p:spPr/>
        <p:txBody>
          <a:bodyPr/>
          <a:lstStyle/>
          <a:p>
            <a:fld id="{4A7BE9FA-0A4B-4695-A6D1-3A5E523B8059}" type="slidenum">
              <a:rPr lang="en-IN" smtClean="0"/>
              <a:t>‹#›</a:t>
            </a:fld>
            <a:endParaRPr lang="en-IN"/>
          </a:p>
        </p:txBody>
      </p:sp>
    </p:spTree>
    <p:extLst>
      <p:ext uri="{BB962C8B-B14F-4D97-AF65-F5344CB8AC3E}">
        <p14:creationId xmlns:p14="http://schemas.microsoft.com/office/powerpoint/2010/main" val="497054558"/>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28FCE163-6D66-F67C-3FBB-0E2ECBC51407}"/>
              </a:ext>
            </a:extLst>
          </p:cNvPr>
          <p:cNvSpPr>
            <a:spLocks noGrp="1"/>
          </p:cNvSpPr>
          <p:nvPr>
            <p:ph type="title"/>
          </p:nvPr>
        </p:nvSpPr>
        <p:spPr>
          <a:xfrm>
            <a:off x="839788" y="365125"/>
            <a:ext cx="10515600" cy="1325563"/>
          </a:xfrm>
        </p:spPr>
        <p:txBody>
          <a:bodyPr/>
          <a:lstStyle/>
          <a:p>
            <a:r>
              <a:rPr lang="en-US"/>
              <a:t>Click to edit Master title style</a:t>
            </a:r>
            <a:endParaRPr lang="en-IN"/>
          </a:p>
        </p:txBody>
      </p:sp>
      <p:sp>
        <p:nvSpPr>
          <p:cNvPr id="3" name="Text Placeholder 2">
            <a:extLst>
              <a:ext uri="{FF2B5EF4-FFF2-40B4-BE49-F238E27FC236}">
                <a16:creationId xmlns:a16="http://schemas.microsoft.com/office/drawing/2014/main" id="{9F1B95C2-297C-AF4F-3E54-15191DBA03A7}"/>
              </a:ext>
            </a:extLst>
          </p:cNvPr>
          <p:cNvSpPr>
            <a:spLocks noGrp="1"/>
          </p:cNvSpPr>
          <p:nvPr>
            <p:ph type="body" idx="1"/>
          </p:nvPr>
        </p:nvSpPr>
        <p:spPr>
          <a:xfrm>
            <a:off x="839788" y="1681163"/>
            <a:ext cx="5157787" cy="82391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4" name="Content Placeholder 3">
            <a:extLst>
              <a:ext uri="{FF2B5EF4-FFF2-40B4-BE49-F238E27FC236}">
                <a16:creationId xmlns:a16="http://schemas.microsoft.com/office/drawing/2014/main" id="{C20766EE-1AD7-A5CE-A29C-4F6B1105E400}"/>
              </a:ext>
            </a:extLst>
          </p:cNvPr>
          <p:cNvSpPr>
            <a:spLocks noGrp="1"/>
          </p:cNvSpPr>
          <p:nvPr>
            <p:ph sz="half" idx="2"/>
          </p:nvPr>
        </p:nvSpPr>
        <p:spPr>
          <a:xfrm>
            <a:off x="839788" y="2505075"/>
            <a:ext cx="5157787" cy="368458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IN"/>
          </a:p>
        </p:txBody>
      </p:sp>
      <p:sp>
        <p:nvSpPr>
          <p:cNvPr id="5" name="Text Placeholder 4">
            <a:extLst>
              <a:ext uri="{FF2B5EF4-FFF2-40B4-BE49-F238E27FC236}">
                <a16:creationId xmlns:a16="http://schemas.microsoft.com/office/drawing/2014/main" id="{BDBBE6F5-281E-97C6-768C-2048E9DDDC48}"/>
              </a:ext>
            </a:extLst>
          </p:cNvPr>
          <p:cNvSpPr>
            <a:spLocks noGrp="1"/>
          </p:cNvSpPr>
          <p:nvPr>
            <p:ph type="body" sz="quarter" idx="3"/>
          </p:nvPr>
        </p:nvSpPr>
        <p:spPr>
          <a:xfrm>
            <a:off x="6172200" y="1681163"/>
            <a:ext cx="5183188" cy="82391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6" name="Content Placeholder 5">
            <a:extLst>
              <a:ext uri="{FF2B5EF4-FFF2-40B4-BE49-F238E27FC236}">
                <a16:creationId xmlns:a16="http://schemas.microsoft.com/office/drawing/2014/main" id="{5E27CB21-A151-DB5E-C653-FE73448976C6}"/>
              </a:ext>
            </a:extLst>
          </p:cNvPr>
          <p:cNvSpPr>
            <a:spLocks noGrp="1"/>
          </p:cNvSpPr>
          <p:nvPr>
            <p:ph sz="quarter" idx="4"/>
          </p:nvPr>
        </p:nvSpPr>
        <p:spPr>
          <a:xfrm>
            <a:off x="6172200" y="2505075"/>
            <a:ext cx="5183188" cy="368458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IN"/>
          </a:p>
        </p:txBody>
      </p:sp>
      <p:sp>
        <p:nvSpPr>
          <p:cNvPr id="7" name="Date Placeholder 6">
            <a:extLst>
              <a:ext uri="{FF2B5EF4-FFF2-40B4-BE49-F238E27FC236}">
                <a16:creationId xmlns:a16="http://schemas.microsoft.com/office/drawing/2014/main" id="{8F71DE5D-8FE5-0326-4677-0E7F8BAA3417}"/>
              </a:ext>
            </a:extLst>
          </p:cNvPr>
          <p:cNvSpPr>
            <a:spLocks noGrp="1"/>
          </p:cNvSpPr>
          <p:nvPr>
            <p:ph type="dt" sz="half" idx="10"/>
          </p:nvPr>
        </p:nvSpPr>
        <p:spPr/>
        <p:txBody>
          <a:bodyPr/>
          <a:lstStyle/>
          <a:p>
            <a:fld id="{BB4CAFED-94E5-4CEE-816C-8C8FDE45942B}" type="datetimeFigureOut">
              <a:rPr lang="en-IN" smtClean="0"/>
              <a:t>23-09-2026</a:t>
            </a:fld>
            <a:endParaRPr lang="en-IN"/>
          </a:p>
        </p:txBody>
      </p:sp>
      <p:sp>
        <p:nvSpPr>
          <p:cNvPr id="8" name="Footer Placeholder 7">
            <a:extLst>
              <a:ext uri="{FF2B5EF4-FFF2-40B4-BE49-F238E27FC236}">
                <a16:creationId xmlns:a16="http://schemas.microsoft.com/office/drawing/2014/main" id="{A5B0ECAE-53D9-A3A3-F617-EA930907E0B8}"/>
              </a:ext>
            </a:extLst>
          </p:cNvPr>
          <p:cNvSpPr>
            <a:spLocks noGrp="1"/>
          </p:cNvSpPr>
          <p:nvPr>
            <p:ph type="ftr" sz="quarter" idx="11"/>
          </p:nvPr>
        </p:nvSpPr>
        <p:spPr/>
        <p:txBody>
          <a:bodyPr/>
          <a:lstStyle/>
          <a:p>
            <a:endParaRPr lang="en-IN"/>
          </a:p>
        </p:txBody>
      </p:sp>
      <p:sp>
        <p:nvSpPr>
          <p:cNvPr id="9" name="Slide Number Placeholder 8">
            <a:extLst>
              <a:ext uri="{FF2B5EF4-FFF2-40B4-BE49-F238E27FC236}">
                <a16:creationId xmlns:a16="http://schemas.microsoft.com/office/drawing/2014/main" id="{559562BA-0034-8854-C134-A908D584EB5E}"/>
              </a:ext>
            </a:extLst>
          </p:cNvPr>
          <p:cNvSpPr>
            <a:spLocks noGrp="1"/>
          </p:cNvSpPr>
          <p:nvPr>
            <p:ph type="sldNum" sz="quarter" idx="12"/>
          </p:nvPr>
        </p:nvSpPr>
        <p:spPr/>
        <p:txBody>
          <a:bodyPr/>
          <a:lstStyle/>
          <a:p>
            <a:fld id="{4A7BE9FA-0A4B-4695-A6D1-3A5E523B8059}" type="slidenum">
              <a:rPr lang="en-IN" smtClean="0"/>
              <a:t>‹#›</a:t>
            </a:fld>
            <a:endParaRPr lang="en-IN"/>
          </a:p>
        </p:txBody>
      </p:sp>
    </p:spTree>
    <p:extLst>
      <p:ext uri="{BB962C8B-B14F-4D97-AF65-F5344CB8AC3E}">
        <p14:creationId xmlns:p14="http://schemas.microsoft.com/office/powerpoint/2010/main" val="3607023789"/>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BFF7BEE8-AED9-E2F6-B862-70435FB8C1B5}"/>
              </a:ext>
            </a:extLst>
          </p:cNvPr>
          <p:cNvSpPr>
            <a:spLocks noGrp="1"/>
          </p:cNvSpPr>
          <p:nvPr>
            <p:ph type="title"/>
          </p:nvPr>
        </p:nvSpPr>
        <p:spPr/>
        <p:txBody>
          <a:bodyPr/>
          <a:lstStyle/>
          <a:p>
            <a:r>
              <a:rPr lang="en-US"/>
              <a:t>Click to edit Master title style</a:t>
            </a:r>
            <a:endParaRPr lang="en-IN"/>
          </a:p>
        </p:txBody>
      </p:sp>
      <p:sp>
        <p:nvSpPr>
          <p:cNvPr id="3" name="Date Placeholder 2">
            <a:extLst>
              <a:ext uri="{FF2B5EF4-FFF2-40B4-BE49-F238E27FC236}">
                <a16:creationId xmlns:a16="http://schemas.microsoft.com/office/drawing/2014/main" id="{B243EC56-BD97-E9CB-A67E-AAF2A509CC8A}"/>
              </a:ext>
            </a:extLst>
          </p:cNvPr>
          <p:cNvSpPr>
            <a:spLocks noGrp="1"/>
          </p:cNvSpPr>
          <p:nvPr>
            <p:ph type="dt" sz="half" idx="10"/>
          </p:nvPr>
        </p:nvSpPr>
        <p:spPr/>
        <p:txBody>
          <a:bodyPr/>
          <a:lstStyle/>
          <a:p>
            <a:fld id="{BB4CAFED-94E5-4CEE-816C-8C8FDE45942B}" type="datetimeFigureOut">
              <a:rPr lang="en-IN" smtClean="0"/>
              <a:t>23-09-2026</a:t>
            </a:fld>
            <a:endParaRPr lang="en-IN"/>
          </a:p>
        </p:txBody>
      </p:sp>
      <p:sp>
        <p:nvSpPr>
          <p:cNvPr id="4" name="Footer Placeholder 3">
            <a:extLst>
              <a:ext uri="{FF2B5EF4-FFF2-40B4-BE49-F238E27FC236}">
                <a16:creationId xmlns:a16="http://schemas.microsoft.com/office/drawing/2014/main" id="{653DE977-370D-5360-1D68-4C8F1DFA2BCE}"/>
              </a:ext>
            </a:extLst>
          </p:cNvPr>
          <p:cNvSpPr>
            <a:spLocks noGrp="1"/>
          </p:cNvSpPr>
          <p:nvPr>
            <p:ph type="ftr" sz="quarter" idx="11"/>
          </p:nvPr>
        </p:nvSpPr>
        <p:spPr/>
        <p:txBody>
          <a:bodyPr/>
          <a:lstStyle/>
          <a:p>
            <a:endParaRPr lang="en-IN"/>
          </a:p>
        </p:txBody>
      </p:sp>
      <p:sp>
        <p:nvSpPr>
          <p:cNvPr id="5" name="Slide Number Placeholder 4">
            <a:extLst>
              <a:ext uri="{FF2B5EF4-FFF2-40B4-BE49-F238E27FC236}">
                <a16:creationId xmlns:a16="http://schemas.microsoft.com/office/drawing/2014/main" id="{0B90412D-37D5-E1AF-AFAC-9CA50E1F19BF}"/>
              </a:ext>
            </a:extLst>
          </p:cNvPr>
          <p:cNvSpPr>
            <a:spLocks noGrp="1"/>
          </p:cNvSpPr>
          <p:nvPr>
            <p:ph type="sldNum" sz="quarter" idx="12"/>
          </p:nvPr>
        </p:nvSpPr>
        <p:spPr/>
        <p:txBody>
          <a:bodyPr/>
          <a:lstStyle/>
          <a:p>
            <a:fld id="{4A7BE9FA-0A4B-4695-A6D1-3A5E523B8059}" type="slidenum">
              <a:rPr lang="en-IN" smtClean="0"/>
              <a:t>‹#›</a:t>
            </a:fld>
            <a:endParaRPr lang="en-IN"/>
          </a:p>
        </p:txBody>
      </p:sp>
    </p:spTree>
    <p:extLst>
      <p:ext uri="{BB962C8B-B14F-4D97-AF65-F5344CB8AC3E}">
        <p14:creationId xmlns:p14="http://schemas.microsoft.com/office/powerpoint/2010/main" val="3844602810"/>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a:extLst>
              <a:ext uri="{FF2B5EF4-FFF2-40B4-BE49-F238E27FC236}">
                <a16:creationId xmlns:a16="http://schemas.microsoft.com/office/drawing/2014/main" id="{60AF16E6-CBA6-2097-5935-A67840582982}"/>
              </a:ext>
            </a:extLst>
          </p:cNvPr>
          <p:cNvSpPr>
            <a:spLocks noGrp="1"/>
          </p:cNvSpPr>
          <p:nvPr>
            <p:ph type="dt" sz="half" idx="10"/>
          </p:nvPr>
        </p:nvSpPr>
        <p:spPr/>
        <p:txBody>
          <a:bodyPr/>
          <a:lstStyle/>
          <a:p>
            <a:fld id="{BB4CAFED-94E5-4CEE-816C-8C8FDE45942B}" type="datetimeFigureOut">
              <a:rPr lang="en-IN" smtClean="0"/>
              <a:t>23-09-2026</a:t>
            </a:fld>
            <a:endParaRPr lang="en-IN"/>
          </a:p>
        </p:txBody>
      </p:sp>
      <p:sp>
        <p:nvSpPr>
          <p:cNvPr id="3" name="Footer Placeholder 2">
            <a:extLst>
              <a:ext uri="{FF2B5EF4-FFF2-40B4-BE49-F238E27FC236}">
                <a16:creationId xmlns:a16="http://schemas.microsoft.com/office/drawing/2014/main" id="{50CE252F-823A-9607-15FF-4E71A1FB2CB5}"/>
              </a:ext>
            </a:extLst>
          </p:cNvPr>
          <p:cNvSpPr>
            <a:spLocks noGrp="1"/>
          </p:cNvSpPr>
          <p:nvPr>
            <p:ph type="ftr" sz="quarter" idx="11"/>
          </p:nvPr>
        </p:nvSpPr>
        <p:spPr/>
        <p:txBody>
          <a:bodyPr/>
          <a:lstStyle/>
          <a:p>
            <a:endParaRPr lang="en-IN"/>
          </a:p>
        </p:txBody>
      </p:sp>
      <p:sp>
        <p:nvSpPr>
          <p:cNvPr id="4" name="Slide Number Placeholder 3">
            <a:extLst>
              <a:ext uri="{FF2B5EF4-FFF2-40B4-BE49-F238E27FC236}">
                <a16:creationId xmlns:a16="http://schemas.microsoft.com/office/drawing/2014/main" id="{713C8599-EFF9-7325-86E6-192D78CC1081}"/>
              </a:ext>
            </a:extLst>
          </p:cNvPr>
          <p:cNvSpPr>
            <a:spLocks noGrp="1"/>
          </p:cNvSpPr>
          <p:nvPr>
            <p:ph type="sldNum" sz="quarter" idx="12"/>
          </p:nvPr>
        </p:nvSpPr>
        <p:spPr/>
        <p:txBody>
          <a:bodyPr/>
          <a:lstStyle/>
          <a:p>
            <a:fld id="{4A7BE9FA-0A4B-4695-A6D1-3A5E523B8059}" type="slidenum">
              <a:rPr lang="en-IN" smtClean="0"/>
              <a:t>‹#›</a:t>
            </a:fld>
            <a:endParaRPr lang="en-IN"/>
          </a:p>
        </p:txBody>
      </p:sp>
    </p:spTree>
    <p:extLst>
      <p:ext uri="{BB962C8B-B14F-4D97-AF65-F5344CB8AC3E}">
        <p14:creationId xmlns:p14="http://schemas.microsoft.com/office/powerpoint/2010/main" val="2416057821"/>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59761C8F-596C-EF1B-D3E4-32FB6B8E19E2}"/>
              </a:ext>
            </a:extLst>
          </p:cNvPr>
          <p:cNvSpPr>
            <a:spLocks noGrp="1"/>
          </p:cNvSpPr>
          <p:nvPr>
            <p:ph type="title"/>
          </p:nvPr>
        </p:nvSpPr>
        <p:spPr>
          <a:xfrm>
            <a:off x="839788" y="457200"/>
            <a:ext cx="3932237" cy="1600200"/>
          </a:xfrm>
        </p:spPr>
        <p:txBody>
          <a:bodyPr anchor="b"/>
          <a:lstStyle>
            <a:lvl1pPr>
              <a:defRPr sz="3200"/>
            </a:lvl1pPr>
          </a:lstStyle>
          <a:p>
            <a:r>
              <a:rPr lang="en-US"/>
              <a:t>Click to edit Master title style</a:t>
            </a:r>
            <a:endParaRPr lang="en-IN"/>
          </a:p>
        </p:txBody>
      </p:sp>
      <p:sp>
        <p:nvSpPr>
          <p:cNvPr id="3" name="Content Placeholder 2">
            <a:extLst>
              <a:ext uri="{FF2B5EF4-FFF2-40B4-BE49-F238E27FC236}">
                <a16:creationId xmlns:a16="http://schemas.microsoft.com/office/drawing/2014/main" id="{D9B4D52D-B294-F621-C0F4-2427C070190D}"/>
              </a:ext>
            </a:extLst>
          </p:cNvPr>
          <p:cNvSpPr>
            <a:spLocks noGrp="1"/>
          </p:cNvSpPr>
          <p:nvPr>
            <p:ph idx="1"/>
          </p:nvPr>
        </p:nvSpPr>
        <p:spPr>
          <a:xfrm>
            <a:off x="5183188" y="987425"/>
            <a:ext cx="6172200" cy="4873625"/>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IN"/>
          </a:p>
        </p:txBody>
      </p:sp>
      <p:sp>
        <p:nvSpPr>
          <p:cNvPr id="4" name="Text Placeholder 3">
            <a:extLst>
              <a:ext uri="{FF2B5EF4-FFF2-40B4-BE49-F238E27FC236}">
                <a16:creationId xmlns:a16="http://schemas.microsoft.com/office/drawing/2014/main" id="{4681C140-A62B-8DAC-9B68-7BA394D2C7CB}"/>
              </a:ext>
            </a:extLst>
          </p:cNvPr>
          <p:cNvSpPr>
            <a:spLocks noGrp="1"/>
          </p:cNvSpPr>
          <p:nvPr>
            <p:ph type="body" sz="half" idx="2"/>
          </p:nvPr>
        </p:nvSpPr>
        <p:spPr>
          <a:xfrm>
            <a:off x="839788" y="2057400"/>
            <a:ext cx="3932237" cy="3811588"/>
          </a:xfr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n-US"/>
              <a:t>Click to edit Master text styles</a:t>
            </a:r>
          </a:p>
        </p:txBody>
      </p:sp>
      <p:sp>
        <p:nvSpPr>
          <p:cNvPr id="5" name="Date Placeholder 4">
            <a:extLst>
              <a:ext uri="{FF2B5EF4-FFF2-40B4-BE49-F238E27FC236}">
                <a16:creationId xmlns:a16="http://schemas.microsoft.com/office/drawing/2014/main" id="{02DF9DD7-7521-548F-587D-73E503C78DB6}"/>
              </a:ext>
            </a:extLst>
          </p:cNvPr>
          <p:cNvSpPr>
            <a:spLocks noGrp="1"/>
          </p:cNvSpPr>
          <p:nvPr>
            <p:ph type="dt" sz="half" idx="10"/>
          </p:nvPr>
        </p:nvSpPr>
        <p:spPr/>
        <p:txBody>
          <a:bodyPr/>
          <a:lstStyle/>
          <a:p>
            <a:fld id="{BB4CAFED-94E5-4CEE-816C-8C8FDE45942B}" type="datetimeFigureOut">
              <a:rPr lang="en-IN" smtClean="0"/>
              <a:t>23-09-2026</a:t>
            </a:fld>
            <a:endParaRPr lang="en-IN"/>
          </a:p>
        </p:txBody>
      </p:sp>
      <p:sp>
        <p:nvSpPr>
          <p:cNvPr id="6" name="Footer Placeholder 5">
            <a:extLst>
              <a:ext uri="{FF2B5EF4-FFF2-40B4-BE49-F238E27FC236}">
                <a16:creationId xmlns:a16="http://schemas.microsoft.com/office/drawing/2014/main" id="{14E01887-3952-0C4F-622E-7BBFB15F3B5A}"/>
              </a:ext>
            </a:extLst>
          </p:cNvPr>
          <p:cNvSpPr>
            <a:spLocks noGrp="1"/>
          </p:cNvSpPr>
          <p:nvPr>
            <p:ph type="ftr" sz="quarter" idx="11"/>
          </p:nvPr>
        </p:nvSpPr>
        <p:spPr/>
        <p:txBody>
          <a:bodyPr/>
          <a:lstStyle/>
          <a:p>
            <a:endParaRPr lang="en-IN"/>
          </a:p>
        </p:txBody>
      </p:sp>
      <p:sp>
        <p:nvSpPr>
          <p:cNvPr id="7" name="Slide Number Placeholder 6">
            <a:extLst>
              <a:ext uri="{FF2B5EF4-FFF2-40B4-BE49-F238E27FC236}">
                <a16:creationId xmlns:a16="http://schemas.microsoft.com/office/drawing/2014/main" id="{421D288D-DFA9-6672-31D0-0D9A2784B7A2}"/>
              </a:ext>
            </a:extLst>
          </p:cNvPr>
          <p:cNvSpPr>
            <a:spLocks noGrp="1"/>
          </p:cNvSpPr>
          <p:nvPr>
            <p:ph type="sldNum" sz="quarter" idx="12"/>
          </p:nvPr>
        </p:nvSpPr>
        <p:spPr/>
        <p:txBody>
          <a:bodyPr/>
          <a:lstStyle/>
          <a:p>
            <a:fld id="{4A7BE9FA-0A4B-4695-A6D1-3A5E523B8059}" type="slidenum">
              <a:rPr lang="en-IN" smtClean="0"/>
              <a:t>‹#›</a:t>
            </a:fld>
            <a:endParaRPr lang="en-IN"/>
          </a:p>
        </p:txBody>
      </p:sp>
    </p:spTree>
    <p:extLst>
      <p:ext uri="{BB962C8B-B14F-4D97-AF65-F5344CB8AC3E}">
        <p14:creationId xmlns:p14="http://schemas.microsoft.com/office/powerpoint/2010/main" val="3693892681"/>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825E3B2B-1577-8264-8C90-E8CADBE8841A}"/>
              </a:ext>
            </a:extLst>
          </p:cNvPr>
          <p:cNvSpPr>
            <a:spLocks noGrp="1"/>
          </p:cNvSpPr>
          <p:nvPr>
            <p:ph type="title"/>
          </p:nvPr>
        </p:nvSpPr>
        <p:spPr>
          <a:xfrm>
            <a:off x="839788" y="457200"/>
            <a:ext cx="3932237" cy="1600200"/>
          </a:xfrm>
        </p:spPr>
        <p:txBody>
          <a:bodyPr anchor="b"/>
          <a:lstStyle>
            <a:lvl1pPr>
              <a:defRPr sz="3200"/>
            </a:lvl1pPr>
          </a:lstStyle>
          <a:p>
            <a:r>
              <a:rPr lang="en-US"/>
              <a:t>Click to edit Master title style</a:t>
            </a:r>
            <a:endParaRPr lang="en-IN"/>
          </a:p>
        </p:txBody>
      </p:sp>
      <p:sp>
        <p:nvSpPr>
          <p:cNvPr id="3" name="Picture Placeholder 2">
            <a:extLst>
              <a:ext uri="{FF2B5EF4-FFF2-40B4-BE49-F238E27FC236}">
                <a16:creationId xmlns:a16="http://schemas.microsoft.com/office/drawing/2014/main" id="{E4587A3A-2504-13F1-983F-ACBD31D7A760}"/>
              </a:ext>
            </a:extLst>
          </p:cNvPr>
          <p:cNvSpPr>
            <a:spLocks noGrp="1"/>
          </p:cNvSpPr>
          <p:nvPr>
            <p:ph type="pic" idx="1"/>
          </p:nvPr>
        </p:nvSpPr>
        <p:spPr>
          <a:xfrm>
            <a:off x="5183188" y="987425"/>
            <a:ext cx="6172200" cy="4873625"/>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en-IN"/>
          </a:p>
        </p:txBody>
      </p:sp>
      <p:sp>
        <p:nvSpPr>
          <p:cNvPr id="4" name="Text Placeholder 3">
            <a:extLst>
              <a:ext uri="{FF2B5EF4-FFF2-40B4-BE49-F238E27FC236}">
                <a16:creationId xmlns:a16="http://schemas.microsoft.com/office/drawing/2014/main" id="{F0652D5F-2521-84B3-47D5-4E4D238DF84B}"/>
              </a:ext>
            </a:extLst>
          </p:cNvPr>
          <p:cNvSpPr>
            <a:spLocks noGrp="1"/>
          </p:cNvSpPr>
          <p:nvPr>
            <p:ph type="body" sz="half" idx="2"/>
          </p:nvPr>
        </p:nvSpPr>
        <p:spPr>
          <a:xfrm>
            <a:off x="839788" y="2057400"/>
            <a:ext cx="3932237" cy="3811588"/>
          </a:xfr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n-US"/>
              <a:t>Click to edit Master text styles</a:t>
            </a:r>
          </a:p>
        </p:txBody>
      </p:sp>
      <p:sp>
        <p:nvSpPr>
          <p:cNvPr id="5" name="Date Placeholder 4">
            <a:extLst>
              <a:ext uri="{FF2B5EF4-FFF2-40B4-BE49-F238E27FC236}">
                <a16:creationId xmlns:a16="http://schemas.microsoft.com/office/drawing/2014/main" id="{4F9DC0A4-5BAD-645A-815D-B6D27C959384}"/>
              </a:ext>
            </a:extLst>
          </p:cNvPr>
          <p:cNvSpPr>
            <a:spLocks noGrp="1"/>
          </p:cNvSpPr>
          <p:nvPr>
            <p:ph type="dt" sz="half" idx="10"/>
          </p:nvPr>
        </p:nvSpPr>
        <p:spPr/>
        <p:txBody>
          <a:bodyPr/>
          <a:lstStyle/>
          <a:p>
            <a:fld id="{BB4CAFED-94E5-4CEE-816C-8C8FDE45942B}" type="datetimeFigureOut">
              <a:rPr lang="en-IN" smtClean="0"/>
              <a:t>23-09-2026</a:t>
            </a:fld>
            <a:endParaRPr lang="en-IN"/>
          </a:p>
        </p:txBody>
      </p:sp>
      <p:sp>
        <p:nvSpPr>
          <p:cNvPr id="6" name="Footer Placeholder 5">
            <a:extLst>
              <a:ext uri="{FF2B5EF4-FFF2-40B4-BE49-F238E27FC236}">
                <a16:creationId xmlns:a16="http://schemas.microsoft.com/office/drawing/2014/main" id="{B7EA71BA-D130-4281-6F25-4EDDC268AFDE}"/>
              </a:ext>
            </a:extLst>
          </p:cNvPr>
          <p:cNvSpPr>
            <a:spLocks noGrp="1"/>
          </p:cNvSpPr>
          <p:nvPr>
            <p:ph type="ftr" sz="quarter" idx="11"/>
          </p:nvPr>
        </p:nvSpPr>
        <p:spPr/>
        <p:txBody>
          <a:bodyPr/>
          <a:lstStyle/>
          <a:p>
            <a:endParaRPr lang="en-IN"/>
          </a:p>
        </p:txBody>
      </p:sp>
      <p:sp>
        <p:nvSpPr>
          <p:cNvPr id="7" name="Slide Number Placeholder 6">
            <a:extLst>
              <a:ext uri="{FF2B5EF4-FFF2-40B4-BE49-F238E27FC236}">
                <a16:creationId xmlns:a16="http://schemas.microsoft.com/office/drawing/2014/main" id="{B429DBF9-9B91-CCB6-DB79-1965052014AA}"/>
              </a:ext>
            </a:extLst>
          </p:cNvPr>
          <p:cNvSpPr>
            <a:spLocks noGrp="1"/>
          </p:cNvSpPr>
          <p:nvPr>
            <p:ph type="sldNum" sz="quarter" idx="12"/>
          </p:nvPr>
        </p:nvSpPr>
        <p:spPr/>
        <p:txBody>
          <a:bodyPr/>
          <a:lstStyle/>
          <a:p>
            <a:fld id="{4A7BE9FA-0A4B-4695-A6D1-3A5E523B8059}" type="slidenum">
              <a:rPr lang="en-IN" smtClean="0"/>
              <a:t>‹#›</a:t>
            </a:fld>
            <a:endParaRPr lang="en-IN"/>
          </a:p>
        </p:txBody>
      </p:sp>
    </p:spTree>
    <p:extLst>
      <p:ext uri="{BB962C8B-B14F-4D97-AF65-F5344CB8AC3E}">
        <p14:creationId xmlns:p14="http://schemas.microsoft.com/office/powerpoint/2010/main" val="425115648"/>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BC92FF4F-3C13-E812-9960-15108A39D077}"/>
              </a:ext>
            </a:extLst>
          </p:cNvPr>
          <p:cNvSpPr>
            <a:spLocks noGrp="1"/>
          </p:cNvSpPr>
          <p:nvPr>
            <p:ph type="title"/>
          </p:nvPr>
        </p:nvSpPr>
        <p:spPr/>
        <p:txBody>
          <a:bodyPr/>
          <a:lstStyle/>
          <a:p>
            <a:r>
              <a:rPr lang="en-US"/>
              <a:t>Click to edit Master title style</a:t>
            </a:r>
            <a:endParaRPr lang="en-IN"/>
          </a:p>
        </p:txBody>
      </p:sp>
      <p:sp>
        <p:nvSpPr>
          <p:cNvPr id="3" name="Vertical Text Placeholder 2">
            <a:extLst>
              <a:ext uri="{FF2B5EF4-FFF2-40B4-BE49-F238E27FC236}">
                <a16:creationId xmlns:a16="http://schemas.microsoft.com/office/drawing/2014/main" id="{24316537-9961-DFF1-0DD9-8C68A4022CAF}"/>
              </a:ext>
            </a:extLst>
          </p:cNvPr>
          <p:cNvSpPr>
            <a:spLocks noGrp="1"/>
          </p:cNvSpPr>
          <p:nvPr>
            <p:ph type="body" orient="vert" idx="1"/>
          </p:nvPr>
        </p:nvSpPr>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IN"/>
          </a:p>
        </p:txBody>
      </p:sp>
      <p:sp>
        <p:nvSpPr>
          <p:cNvPr id="4" name="Date Placeholder 3">
            <a:extLst>
              <a:ext uri="{FF2B5EF4-FFF2-40B4-BE49-F238E27FC236}">
                <a16:creationId xmlns:a16="http://schemas.microsoft.com/office/drawing/2014/main" id="{55E254EC-BE57-FBEF-B47F-2F3F7CB135E2}"/>
              </a:ext>
            </a:extLst>
          </p:cNvPr>
          <p:cNvSpPr>
            <a:spLocks noGrp="1"/>
          </p:cNvSpPr>
          <p:nvPr>
            <p:ph type="dt" sz="half" idx="10"/>
          </p:nvPr>
        </p:nvSpPr>
        <p:spPr/>
        <p:txBody>
          <a:bodyPr/>
          <a:lstStyle/>
          <a:p>
            <a:fld id="{BB4CAFED-94E5-4CEE-816C-8C8FDE45942B}" type="datetimeFigureOut">
              <a:rPr lang="en-IN" smtClean="0"/>
              <a:t>23-09-2026</a:t>
            </a:fld>
            <a:endParaRPr lang="en-IN"/>
          </a:p>
        </p:txBody>
      </p:sp>
      <p:sp>
        <p:nvSpPr>
          <p:cNvPr id="5" name="Footer Placeholder 4">
            <a:extLst>
              <a:ext uri="{FF2B5EF4-FFF2-40B4-BE49-F238E27FC236}">
                <a16:creationId xmlns:a16="http://schemas.microsoft.com/office/drawing/2014/main" id="{81D97C6F-5493-5D48-90C8-CCF5423C4B6B}"/>
              </a:ext>
            </a:extLst>
          </p:cNvPr>
          <p:cNvSpPr>
            <a:spLocks noGrp="1"/>
          </p:cNvSpPr>
          <p:nvPr>
            <p:ph type="ftr" sz="quarter" idx="11"/>
          </p:nvPr>
        </p:nvSpPr>
        <p:spPr/>
        <p:txBody>
          <a:bodyPr/>
          <a:lstStyle/>
          <a:p>
            <a:endParaRPr lang="en-IN"/>
          </a:p>
        </p:txBody>
      </p:sp>
      <p:sp>
        <p:nvSpPr>
          <p:cNvPr id="6" name="Slide Number Placeholder 5">
            <a:extLst>
              <a:ext uri="{FF2B5EF4-FFF2-40B4-BE49-F238E27FC236}">
                <a16:creationId xmlns:a16="http://schemas.microsoft.com/office/drawing/2014/main" id="{37A4CEC5-2912-4202-7012-2FAB695CFE13}"/>
              </a:ext>
            </a:extLst>
          </p:cNvPr>
          <p:cNvSpPr>
            <a:spLocks noGrp="1"/>
          </p:cNvSpPr>
          <p:nvPr>
            <p:ph type="sldNum" sz="quarter" idx="12"/>
          </p:nvPr>
        </p:nvSpPr>
        <p:spPr/>
        <p:txBody>
          <a:bodyPr/>
          <a:lstStyle/>
          <a:p>
            <a:fld id="{4A7BE9FA-0A4B-4695-A6D1-3A5E523B8059}" type="slidenum">
              <a:rPr lang="en-IN" smtClean="0"/>
              <a:t>‹#›</a:t>
            </a:fld>
            <a:endParaRPr lang="en-IN"/>
          </a:p>
        </p:txBody>
      </p:sp>
    </p:spTree>
    <p:extLst>
      <p:ext uri="{BB962C8B-B14F-4D97-AF65-F5344CB8AC3E}">
        <p14:creationId xmlns:p14="http://schemas.microsoft.com/office/powerpoint/2010/main" val="1796283626"/>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a:extLst>
              <a:ext uri="{FF2B5EF4-FFF2-40B4-BE49-F238E27FC236}">
                <a16:creationId xmlns:a16="http://schemas.microsoft.com/office/drawing/2014/main" id="{3E35AAE9-8879-F303-A328-2CDEB603BFAB}"/>
              </a:ext>
            </a:extLst>
          </p:cNvPr>
          <p:cNvSpPr>
            <a:spLocks noGrp="1"/>
          </p:cNvSpPr>
          <p:nvPr>
            <p:ph type="title" orient="vert"/>
          </p:nvPr>
        </p:nvSpPr>
        <p:spPr>
          <a:xfrm>
            <a:off x="8724900" y="365125"/>
            <a:ext cx="2628900" cy="5811838"/>
          </a:xfrm>
        </p:spPr>
        <p:txBody>
          <a:bodyPr vert="eaVert"/>
          <a:lstStyle/>
          <a:p>
            <a:r>
              <a:rPr lang="en-US"/>
              <a:t>Click to edit Master title style</a:t>
            </a:r>
            <a:endParaRPr lang="en-IN"/>
          </a:p>
        </p:txBody>
      </p:sp>
      <p:sp>
        <p:nvSpPr>
          <p:cNvPr id="3" name="Vertical Text Placeholder 2">
            <a:extLst>
              <a:ext uri="{FF2B5EF4-FFF2-40B4-BE49-F238E27FC236}">
                <a16:creationId xmlns:a16="http://schemas.microsoft.com/office/drawing/2014/main" id="{2C8AE619-821A-F40D-01D7-FB38961ED0FA}"/>
              </a:ext>
            </a:extLst>
          </p:cNvPr>
          <p:cNvSpPr>
            <a:spLocks noGrp="1"/>
          </p:cNvSpPr>
          <p:nvPr>
            <p:ph type="body" orient="vert" idx="1"/>
          </p:nvPr>
        </p:nvSpPr>
        <p:spPr>
          <a:xfrm>
            <a:off x="838200" y="365125"/>
            <a:ext cx="7734300" cy="5811838"/>
          </a:xfrm>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IN"/>
          </a:p>
        </p:txBody>
      </p:sp>
      <p:sp>
        <p:nvSpPr>
          <p:cNvPr id="4" name="Date Placeholder 3">
            <a:extLst>
              <a:ext uri="{FF2B5EF4-FFF2-40B4-BE49-F238E27FC236}">
                <a16:creationId xmlns:a16="http://schemas.microsoft.com/office/drawing/2014/main" id="{1713DE9C-9E21-8186-27B0-B5D38527A133}"/>
              </a:ext>
            </a:extLst>
          </p:cNvPr>
          <p:cNvSpPr>
            <a:spLocks noGrp="1"/>
          </p:cNvSpPr>
          <p:nvPr>
            <p:ph type="dt" sz="half" idx="10"/>
          </p:nvPr>
        </p:nvSpPr>
        <p:spPr/>
        <p:txBody>
          <a:bodyPr/>
          <a:lstStyle/>
          <a:p>
            <a:fld id="{BB4CAFED-94E5-4CEE-816C-8C8FDE45942B}" type="datetimeFigureOut">
              <a:rPr lang="en-IN" smtClean="0"/>
              <a:t>23-09-2026</a:t>
            </a:fld>
            <a:endParaRPr lang="en-IN"/>
          </a:p>
        </p:txBody>
      </p:sp>
      <p:sp>
        <p:nvSpPr>
          <p:cNvPr id="5" name="Footer Placeholder 4">
            <a:extLst>
              <a:ext uri="{FF2B5EF4-FFF2-40B4-BE49-F238E27FC236}">
                <a16:creationId xmlns:a16="http://schemas.microsoft.com/office/drawing/2014/main" id="{7698D4C2-E740-8834-7781-1E0F7E989349}"/>
              </a:ext>
            </a:extLst>
          </p:cNvPr>
          <p:cNvSpPr>
            <a:spLocks noGrp="1"/>
          </p:cNvSpPr>
          <p:nvPr>
            <p:ph type="ftr" sz="quarter" idx="11"/>
          </p:nvPr>
        </p:nvSpPr>
        <p:spPr/>
        <p:txBody>
          <a:bodyPr/>
          <a:lstStyle/>
          <a:p>
            <a:endParaRPr lang="en-IN"/>
          </a:p>
        </p:txBody>
      </p:sp>
      <p:sp>
        <p:nvSpPr>
          <p:cNvPr id="6" name="Slide Number Placeholder 5">
            <a:extLst>
              <a:ext uri="{FF2B5EF4-FFF2-40B4-BE49-F238E27FC236}">
                <a16:creationId xmlns:a16="http://schemas.microsoft.com/office/drawing/2014/main" id="{DC89EC29-E5AD-6EDD-B9CC-D0E874687920}"/>
              </a:ext>
            </a:extLst>
          </p:cNvPr>
          <p:cNvSpPr>
            <a:spLocks noGrp="1"/>
          </p:cNvSpPr>
          <p:nvPr>
            <p:ph type="sldNum" sz="quarter" idx="12"/>
          </p:nvPr>
        </p:nvSpPr>
        <p:spPr/>
        <p:txBody>
          <a:bodyPr/>
          <a:lstStyle/>
          <a:p>
            <a:fld id="{4A7BE9FA-0A4B-4695-A6D1-3A5E523B8059}" type="slidenum">
              <a:rPr lang="en-IN" smtClean="0"/>
              <a:t>‹#›</a:t>
            </a:fld>
            <a:endParaRPr lang="en-IN"/>
          </a:p>
        </p:txBody>
      </p:sp>
    </p:spTree>
    <p:extLst>
      <p:ext uri="{BB962C8B-B14F-4D97-AF65-F5344CB8AC3E}">
        <p14:creationId xmlns:p14="http://schemas.microsoft.com/office/powerpoint/2010/main" val="3390683307"/>
      </p:ext>
    </p:extLst>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theme" Target="../theme/theme1.xml"/><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0" Type="http://schemas.openxmlformats.org/officeDocument/2006/relationships/slideLayout" Target="../slideLayouts/slideLayout10.xml"/><Relationship Id="rId4" Type="http://schemas.openxmlformats.org/officeDocument/2006/relationships/slideLayout" Target="../slideLayouts/slideLayout4.xml"/><Relationship Id="rId9" Type="http://schemas.openxmlformats.org/officeDocument/2006/relationships/slideLayout" Target="../slideLayouts/slideLayout9.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a:extLst>
              <a:ext uri="{FF2B5EF4-FFF2-40B4-BE49-F238E27FC236}">
                <a16:creationId xmlns:a16="http://schemas.microsoft.com/office/drawing/2014/main" id="{CC37E8B5-A0B6-68A9-8488-F977E2CE3A51}"/>
              </a:ext>
            </a:extLst>
          </p:cNvPr>
          <p:cNvSpPr>
            <a:spLocks noGrp="1"/>
          </p:cNvSpPr>
          <p:nvPr>
            <p:ph type="title"/>
          </p:nvPr>
        </p:nvSpPr>
        <p:spPr>
          <a:xfrm>
            <a:off x="838200" y="365125"/>
            <a:ext cx="10515600" cy="1325563"/>
          </a:xfrm>
          <a:prstGeom prst="rect">
            <a:avLst/>
          </a:prstGeom>
        </p:spPr>
        <p:txBody>
          <a:bodyPr vert="horz" lIns="91440" tIns="45720" rIns="91440" bIns="45720" rtlCol="0" anchor="ctr">
            <a:normAutofit/>
          </a:bodyPr>
          <a:lstStyle/>
          <a:p>
            <a:r>
              <a:rPr lang="en-US"/>
              <a:t>Click to edit Master title style</a:t>
            </a:r>
            <a:endParaRPr lang="en-IN"/>
          </a:p>
        </p:txBody>
      </p:sp>
      <p:sp>
        <p:nvSpPr>
          <p:cNvPr id="3" name="Text Placeholder 2">
            <a:extLst>
              <a:ext uri="{FF2B5EF4-FFF2-40B4-BE49-F238E27FC236}">
                <a16:creationId xmlns:a16="http://schemas.microsoft.com/office/drawing/2014/main" id="{70837E82-9612-3671-5116-4ED3DCAE7A20}"/>
              </a:ext>
            </a:extLst>
          </p:cNvPr>
          <p:cNvSpPr>
            <a:spLocks noGrp="1"/>
          </p:cNvSpPr>
          <p:nvPr>
            <p:ph type="body" idx="1"/>
          </p:nvPr>
        </p:nvSpPr>
        <p:spPr>
          <a:xfrm>
            <a:off x="838200" y="1825625"/>
            <a:ext cx="10515600" cy="4351338"/>
          </a:xfrm>
          <a:prstGeom prst="rect">
            <a:avLst/>
          </a:prstGeom>
        </p:spPr>
        <p:txBody>
          <a:bodyPr vert="horz" lIns="91440" tIns="45720" rIns="91440" bIns="45720" rtlCol="0">
            <a:normAutofit/>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IN"/>
          </a:p>
        </p:txBody>
      </p:sp>
      <p:sp>
        <p:nvSpPr>
          <p:cNvPr id="4" name="Date Placeholder 3">
            <a:extLst>
              <a:ext uri="{FF2B5EF4-FFF2-40B4-BE49-F238E27FC236}">
                <a16:creationId xmlns:a16="http://schemas.microsoft.com/office/drawing/2014/main" id="{7C6F7BB3-E30A-6FCB-9DB5-0EA2C5BAA661}"/>
              </a:ext>
            </a:extLst>
          </p:cNvPr>
          <p:cNvSpPr>
            <a:spLocks noGrp="1"/>
          </p:cNvSpPr>
          <p:nvPr>
            <p:ph type="dt" sz="half" idx="2"/>
          </p:nvPr>
        </p:nvSpPr>
        <p:spPr>
          <a:xfrm>
            <a:off x="838200" y="6356350"/>
            <a:ext cx="2743200" cy="365125"/>
          </a:xfrm>
          <a:prstGeom prst="rect">
            <a:avLst/>
          </a:prstGeom>
        </p:spPr>
        <p:txBody>
          <a:bodyPr vert="horz" lIns="91440" tIns="45720" rIns="91440" bIns="45720" rtlCol="0" anchor="ctr"/>
          <a:lstStyle>
            <a:lvl1pPr algn="l">
              <a:defRPr sz="1200">
                <a:solidFill>
                  <a:schemeClr val="tx1">
                    <a:tint val="82000"/>
                  </a:schemeClr>
                </a:solidFill>
              </a:defRPr>
            </a:lvl1pPr>
          </a:lstStyle>
          <a:p>
            <a:fld id="{BB4CAFED-94E5-4CEE-816C-8C8FDE45942B}" type="datetimeFigureOut">
              <a:rPr lang="en-IN" smtClean="0"/>
              <a:t>23-09-2026</a:t>
            </a:fld>
            <a:endParaRPr lang="en-IN"/>
          </a:p>
        </p:txBody>
      </p:sp>
      <p:sp>
        <p:nvSpPr>
          <p:cNvPr id="5" name="Footer Placeholder 4">
            <a:extLst>
              <a:ext uri="{FF2B5EF4-FFF2-40B4-BE49-F238E27FC236}">
                <a16:creationId xmlns:a16="http://schemas.microsoft.com/office/drawing/2014/main" id="{5BCFBD4D-3DA1-6FE3-639B-81EFC3956A1B}"/>
              </a:ext>
            </a:extLst>
          </p:cNvPr>
          <p:cNvSpPr>
            <a:spLocks noGrp="1"/>
          </p:cNvSpPr>
          <p:nvPr>
            <p:ph type="ftr" sz="quarter" idx="3"/>
          </p:nvPr>
        </p:nvSpPr>
        <p:spPr>
          <a:xfrm>
            <a:off x="4038600" y="6356350"/>
            <a:ext cx="4114800" cy="365125"/>
          </a:xfrm>
          <a:prstGeom prst="rect">
            <a:avLst/>
          </a:prstGeom>
        </p:spPr>
        <p:txBody>
          <a:bodyPr vert="horz" lIns="91440" tIns="45720" rIns="91440" bIns="45720" rtlCol="0" anchor="ctr"/>
          <a:lstStyle>
            <a:lvl1pPr algn="ctr">
              <a:defRPr sz="1200">
                <a:solidFill>
                  <a:schemeClr val="tx1">
                    <a:tint val="82000"/>
                  </a:schemeClr>
                </a:solidFill>
              </a:defRPr>
            </a:lvl1pPr>
          </a:lstStyle>
          <a:p>
            <a:endParaRPr lang="en-IN"/>
          </a:p>
        </p:txBody>
      </p:sp>
      <p:sp>
        <p:nvSpPr>
          <p:cNvPr id="6" name="Slide Number Placeholder 5">
            <a:extLst>
              <a:ext uri="{FF2B5EF4-FFF2-40B4-BE49-F238E27FC236}">
                <a16:creationId xmlns:a16="http://schemas.microsoft.com/office/drawing/2014/main" id="{13E10967-88BB-0F7A-176E-FB38D6167147}"/>
              </a:ext>
            </a:extLst>
          </p:cNvPr>
          <p:cNvSpPr>
            <a:spLocks noGrp="1"/>
          </p:cNvSpPr>
          <p:nvPr>
            <p:ph type="sldNum" sz="quarter" idx="4"/>
          </p:nvPr>
        </p:nvSpPr>
        <p:spPr>
          <a:xfrm>
            <a:off x="8610600" y="6356350"/>
            <a:ext cx="2743200" cy="365125"/>
          </a:xfrm>
          <a:prstGeom prst="rect">
            <a:avLst/>
          </a:prstGeom>
        </p:spPr>
        <p:txBody>
          <a:bodyPr vert="horz" lIns="91440" tIns="45720" rIns="91440" bIns="45720" rtlCol="0" anchor="ctr"/>
          <a:lstStyle>
            <a:lvl1pPr algn="r">
              <a:defRPr sz="1200">
                <a:solidFill>
                  <a:schemeClr val="tx1">
                    <a:tint val="82000"/>
                  </a:schemeClr>
                </a:solidFill>
              </a:defRPr>
            </a:lvl1pPr>
          </a:lstStyle>
          <a:p>
            <a:fld id="{4A7BE9FA-0A4B-4695-A6D1-3A5E523B8059}" type="slidenum">
              <a:rPr lang="en-IN" smtClean="0"/>
              <a:t>‹#›</a:t>
            </a:fld>
            <a:endParaRPr lang="en-IN"/>
          </a:p>
        </p:txBody>
      </p:sp>
    </p:spTree>
    <p:extLst>
      <p:ext uri="{BB962C8B-B14F-4D97-AF65-F5344CB8AC3E}">
        <p14:creationId xmlns:p14="http://schemas.microsoft.com/office/powerpoint/2010/main" val="3812917139"/>
      </p:ext>
    </p:extLst>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txStyles>
    <p:titleStyle>
      <a:lvl1pPr algn="l" defTabSz="914400" rtl="0" eaLnBrk="1" latinLnBrk="0" hangingPunct="1">
        <a:lnSpc>
          <a:spcPct val="90000"/>
        </a:lnSpc>
        <a:spcBef>
          <a:spcPct val="0"/>
        </a:spcBef>
        <a:buNone/>
        <a:defRPr sz="4400" kern="1200">
          <a:solidFill>
            <a:schemeClr val="tx1"/>
          </a:solidFill>
          <a:latin typeface="+mj-lt"/>
          <a:ea typeface="+mj-ea"/>
          <a:cs typeface="+mj-cs"/>
        </a:defRPr>
      </a:lvl1pPr>
    </p:titleStyle>
    <p:body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3" Type="http://schemas.openxmlformats.org/officeDocument/2006/relationships/image" Target="../media/image2.png"/><Relationship Id="rId2" Type="http://schemas.openxmlformats.org/officeDocument/2006/relationships/image" Target="../media/image1.jpeg"/><Relationship Id="rId1" Type="http://schemas.openxmlformats.org/officeDocument/2006/relationships/slideLayout" Target="../slideLayouts/slideLayout2.xml"/><Relationship Id="rId4" Type="http://schemas.openxmlformats.org/officeDocument/2006/relationships/image" Target="../media/image3.png"/></Relationships>
</file>

<file path=ppt/slides/_rels/slide2.xml.rels><?xml version="1.0" encoding="UTF-8" standalone="yes"?>
<Relationships xmlns="http://schemas.openxmlformats.org/package/2006/relationships"><Relationship Id="rId3" Type="http://schemas.openxmlformats.org/officeDocument/2006/relationships/image" Target="../media/image2.png"/><Relationship Id="rId2" Type="http://schemas.openxmlformats.org/officeDocument/2006/relationships/notesSlide" Target="../notesSlides/notesSlide1.xml"/><Relationship Id="rId1" Type="http://schemas.openxmlformats.org/officeDocument/2006/relationships/slideLayout" Target="../slideLayouts/slideLayout1.xml"/><Relationship Id="rId4" Type="http://schemas.openxmlformats.org/officeDocument/2006/relationships/image" Target="../media/image4.png"/></Relationships>
</file>

<file path=ppt/slides/_rels/slide3.xml.rels><?xml version="1.0" encoding="UTF-8" standalone="yes"?>
<Relationships xmlns="http://schemas.openxmlformats.org/package/2006/relationships"><Relationship Id="rId3" Type="http://schemas.openxmlformats.org/officeDocument/2006/relationships/image" Target="../media/image4.png"/><Relationship Id="rId2" Type="http://schemas.openxmlformats.org/officeDocument/2006/relationships/image" Target="../media/image2.png"/><Relationship Id="rId1" Type="http://schemas.openxmlformats.org/officeDocument/2006/relationships/slideLayout" Target="../slideLayouts/slideLayout2.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4" name="Picture Placeholder 5">
            <a:extLst>
              <a:ext uri="{FF2B5EF4-FFF2-40B4-BE49-F238E27FC236}">
                <a16:creationId xmlns:a16="http://schemas.microsoft.com/office/drawing/2014/main" id="{6962C4B8-B9B6-DB33-A54C-041CEC3B986D}"/>
              </a:ext>
            </a:extLst>
          </p:cNvPr>
          <p:cNvPicPr>
            <a:picLocks noChangeAspect="1"/>
          </p:cNvPicPr>
          <p:nvPr/>
        </p:nvPicPr>
        <p:blipFill>
          <a:blip r:embed="rId2">
            <a:extLst>
              <a:ext uri="{28A0092B-C50C-407E-A947-70E740481C1C}">
                <a14:useLocalDpi xmlns:a14="http://schemas.microsoft.com/office/drawing/2010/main" val="0"/>
              </a:ext>
            </a:extLst>
          </a:blip>
          <a:srcRect l="19845" r="19845"/>
          <a:stretch>
            <a:fillRect/>
          </a:stretch>
        </p:blipFill>
        <p:spPr>
          <a:xfrm>
            <a:off x="0" y="0"/>
            <a:ext cx="12192000" cy="6858000"/>
          </a:xfrm>
          <a:prstGeom prst="rect">
            <a:avLst/>
          </a:prstGeom>
        </p:spPr>
      </p:pic>
      <p:sp>
        <p:nvSpPr>
          <p:cNvPr id="5" name="Right Triangle 4">
            <a:extLst>
              <a:ext uri="{FF2B5EF4-FFF2-40B4-BE49-F238E27FC236}">
                <a16:creationId xmlns:a16="http://schemas.microsoft.com/office/drawing/2014/main" id="{3485980E-4374-6BC3-989A-5B64D5A705D2}"/>
              </a:ext>
            </a:extLst>
          </p:cNvPr>
          <p:cNvSpPr/>
          <p:nvPr/>
        </p:nvSpPr>
        <p:spPr>
          <a:xfrm flipV="1">
            <a:off x="0" y="0"/>
            <a:ext cx="6548284" cy="6858000"/>
          </a:xfrm>
          <a:prstGeom prst="rtTriangle">
            <a:avLst/>
          </a:prstGeom>
          <a:solidFill>
            <a:schemeClr val="bg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en-US" sz="1800" b="0" i="0" u="none" strike="noStrike" kern="1200" cap="none" spc="0" normalizeH="0" baseline="0" noProof="0" dirty="0">
                <a:ln>
                  <a:noFill/>
                </a:ln>
                <a:solidFill>
                  <a:prstClr val="white"/>
                </a:solidFill>
                <a:effectLst/>
                <a:uLnTx/>
                <a:uFillTx/>
                <a:latin typeface="Calibri" panose="020F0502020204030204"/>
                <a:ea typeface="+mn-ea"/>
                <a:cs typeface="+mn-cs"/>
              </a:rPr>
              <a:t>Overview</a:t>
            </a:r>
          </a:p>
        </p:txBody>
      </p:sp>
      <p:pic>
        <p:nvPicPr>
          <p:cNvPr id="6" name="Picture 5">
            <a:extLst>
              <a:ext uri="{FF2B5EF4-FFF2-40B4-BE49-F238E27FC236}">
                <a16:creationId xmlns:a16="http://schemas.microsoft.com/office/drawing/2014/main" id="{1D1B40FF-A1A2-2069-030D-AD7C245223BE}"/>
              </a:ext>
            </a:extLst>
          </p:cNvPr>
          <p:cNvPicPr>
            <a:picLocks noChangeAspect="1"/>
          </p:cNvPicPr>
          <p:nvPr/>
        </p:nvPicPr>
        <p:blipFill>
          <a:blip r:embed="rId3">
            <a:extLst>
              <a:ext uri="{28A0092B-C50C-407E-A947-70E740481C1C}">
                <a14:useLocalDpi xmlns:a14="http://schemas.microsoft.com/office/drawing/2010/main" val="0"/>
              </a:ext>
            </a:extLst>
          </a:blip>
          <a:stretch>
            <a:fillRect/>
          </a:stretch>
        </p:blipFill>
        <p:spPr>
          <a:xfrm>
            <a:off x="414903" y="1080708"/>
            <a:ext cx="3719623" cy="604934"/>
          </a:xfrm>
          <a:prstGeom prst="rect">
            <a:avLst/>
          </a:prstGeom>
        </p:spPr>
      </p:pic>
      <p:sp>
        <p:nvSpPr>
          <p:cNvPr id="7" name="Parallelogram 6">
            <a:extLst>
              <a:ext uri="{FF2B5EF4-FFF2-40B4-BE49-F238E27FC236}">
                <a16:creationId xmlns:a16="http://schemas.microsoft.com/office/drawing/2014/main" id="{EFA2E1E5-105C-51BC-3781-F4DB377491F8}"/>
              </a:ext>
            </a:extLst>
          </p:cNvPr>
          <p:cNvSpPr/>
          <p:nvPr/>
        </p:nvSpPr>
        <p:spPr>
          <a:xfrm>
            <a:off x="2018764" y="1682441"/>
            <a:ext cx="3421626" cy="3170904"/>
          </a:xfrm>
          <a:prstGeom prst="parallelogram">
            <a:avLst>
              <a:gd name="adj" fmla="val 94057"/>
            </a:avLst>
          </a:prstGeom>
          <a:solidFill>
            <a:schemeClr val="bg1">
              <a:alpha val="34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prstClr val="white"/>
              </a:solidFill>
              <a:effectLst/>
              <a:uLnTx/>
              <a:uFillTx/>
              <a:latin typeface="Calibri" panose="020F0502020204030204"/>
              <a:ea typeface="+mn-ea"/>
              <a:cs typeface="+mn-cs"/>
            </a:endParaRPr>
          </a:p>
        </p:txBody>
      </p:sp>
      <p:sp>
        <p:nvSpPr>
          <p:cNvPr id="8" name="Parallelogram 7">
            <a:extLst>
              <a:ext uri="{FF2B5EF4-FFF2-40B4-BE49-F238E27FC236}">
                <a16:creationId xmlns:a16="http://schemas.microsoft.com/office/drawing/2014/main" id="{4D16CB37-7A50-AFFC-C318-2A5C1D170760}"/>
              </a:ext>
            </a:extLst>
          </p:cNvPr>
          <p:cNvSpPr/>
          <p:nvPr/>
        </p:nvSpPr>
        <p:spPr>
          <a:xfrm>
            <a:off x="3568577" y="0"/>
            <a:ext cx="3421626" cy="3170904"/>
          </a:xfrm>
          <a:prstGeom prst="parallelogram">
            <a:avLst>
              <a:gd name="adj" fmla="val 94057"/>
            </a:avLst>
          </a:prstGeom>
          <a:solidFill>
            <a:schemeClr val="bg1">
              <a:alpha val="34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prstClr val="white"/>
              </a:solidFill>
              <a:effectLst/>
              <a:uLnTx/>
              <a:uFillTx/>
              <a:latin typeface="Calibri" panose="020F0502020204030204"/>
              <a:ea typeface="+mn-ea"/>
              <a:cs typeface="+mn-cs"/>
            </a:endParaRPr>
          </a:p>
        </p:txBody>
      </p:sp>
      <p:sp>
        <p:nvSpPr>
          <p:cNvPr id="9" name="Parallelogram 8">
            <a:extLst>
              <a:ext uri="{FF2B5EF4-FFF2-40B4-BE49-F238E27FC236}">
                <a16:creationId xmlns:a16="http://schemas.microsoft.com/office/drawing/2014/main" id="{F50A65E9-0AF9-2CA0-7A53-F218BEBA39F5}"/>
              </a:ext>
            </a:extLst>
          </p:cNvPr>
          <p:cNvSpPr/>
          <p:nvPr/>
        </p:nvSpPr>
        <p:spPr>
          <a:xfrm>
            <a:off x="516295" y="3209107"/>
            <a:ext cx="3421626" cy="3170904"/>
          </a:xfrm>
          <a:prstGeom prst="parallelogram">
            <a:avLst>
              <a:gd name="adj" fmla="val 94057"/>
            </a:avLst>
          </a:prstGeom>
          <a:solidFill>
            <a:schemeClr val="bg1">
              <a:alpha val="34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prstClr val="white"/>
              </a:solidFill>
              <a:effectLst/>
              <a:uLnTx/>
              <a:uFillTx/>
              <a:latin typeface="Calibri" panose="020F0502020204030204"/>
              <a:ea typeface="+mn-ea"/>
              <a:cs typeface="+mn-cs"/>
            </a:endParaRPr>
          </a:p>
        </p:txBody>
      </p:sp>
      <p:sp>
        <p:nvSpPr>
          <p:cNvPr id="10" name="TextBox 9">
            <a:extLst>
              <a:ext uri="{FF2B5EF4-FFF2-40B4-BE49-F238E27FC236}">
                <a16:creationId xmlns:a16="http://schemas.microsoft.com/office/drawing/2014/main" id="{CE2C64B8-29B6-E119-AE46-AB10B11E6E2D}"/>
              </a:ext>
            </a:extLst>
          </p:cNvPr>
          <p:cNvSpPr txBox="1"/>
          <p:nvPr/>
        </p:nvSpPr>
        <p:spPr>
          <a:xfrm>
            <a:off x="-193852" y="3368083"/>
            <a:ext cx="3421626" cy="584775"/>
          </a:xfrm>
          <a:prstGeom prst="rect">
            <a:avLst/>
          </a:prstGeom>
          <a:noFill/>
        </p:spPr>
        <p:txBody>
          <a:bodyPr wrap="square" lIns="91440" tIns="45720" rIns="91440" bIns="45720" rtlCol="0" anchor="t">
            <a:spAutoFit/>
          </a:bodyPr>
          <a:lstStyle/>
          <a:p>
            <a:pPr algn="ctr">
              <a:defRPr/>
            </a:pPr>
            <a:r>
              <a:rPr lang="en-US" sz="1600" b="1" dirty="0">
                <a:solidFill>
                  <a:prstClr val="black"/>
                </a:solidFill>
                <a:latin typeface="Calibri" panose="020F0502020204030204"/>
              </a:rPr>
              <a:t>     </a:t>
            </a:r>
            <a:r>
              <a:rPr kumimoji="0" lang="en-US" sz="1600" b="1" i="0" u="none" strike="noStrike" kern="1200" cap="none" spc="0" normalizeH="0" baseline="0" noProof="0" dirty="0">
                <a:ln>
                  <a:noFill/>
                </a:ln>
                <a:solidFill>
                  <a:prstClr val="black"/>
                </a:solidFill>
                <a:effectLst/>
                <a:uLnTx/>
                <a:uFillTx/>
                <a:latin typeface="Calibri" panose="020F0502020204030204"/>
                <a:ea typeface="+mn-ea"/>
                <a:cs typeface="+mn-cs"/>
              </a:rPr>
              <a:t>Engagement Report – </a:t>
            </a:r>
            <a:r>
              <a:rPr lang="en-US" sz="1600" b="1" dirty="0">
                <a:solidFill>
                  <a:prstClr val="black"/>
                </a:solidFill>
                <a:latin typeface="Calibri" panose="020F0502020204030204"/>
              </a:rPr>
              <a:t>25-September-2026</a:t>
            </a:r>
            <a:endParaRPr kumimoji="0" lang="en-US" sz="1600" b="1" i="0" u="none" strike="noStrike" kern="1200" cap="none" spc="0" normalizeH="0" baseline="0" noProof="0" dirty="0">
              <a:ln>
                <a:noFill/>
              </a:ln>
              <a:solidFill>
                <a:prstClr val="black"/>
              </a:solidFill>
              <a:effectLst/>
              <a:uLnTx/>
              <a:uFillTx/>
              <a:latin typeface="Calibri" panose="020F0502020204030204"/>
              <a:ea typeface="+mn-ea"/>
              <a:cs typeface="+mn-cs"/>
            </a:endParaRPr>
          </a:p>
        </p:txBody>
      </p:sp>
      <p:pic>
        <p:nvPicPr>
          <p:cNvPr id="11" name="Picture 10">
            <a:extLst>
              <a:ext uri="{FF2B5EF4-FFF2-40B4-BE49-F238E27FC236}">
                <a16:creationId xmlns:a16="http://schemas.microsoft.com/office/drawing/2014/main" id="{C810DCB1-1C61-3D70-F2BE-34800794302D}"/>
              </a:ext>
            </a:extLst>
          </p:cNvPr>
          <p:cNvPicPr>
            <a:picLocks noChangeAspect="1"/>
          </p:cNvPicPr>
          <p:nvPr/>
        </p:nvPicPr>
        <p:blipFill>
          <a:blip r:embed="rId4">
            <a:extLst>
              <a:ext uri="{28A0092B-C50C-407E-A947-70E740481C1C}">
                <a14:useLocalDpi xmlns:a14="http://schemas.microsoft.com/office/drawing/2010/main" val="0"/>
              </a:ext>
            </a:extLst>
          </a:blip>
          <a:stretch>
            <a:fillRect/>
          </a:stretch>
        </p:blipFill>
        <p:spPr>
          <a:xfrm>
            <a:off x="619713" y="2528834"/>
            <a:ext cx="2146934" cy="690086"/>
          </a:xfrm>
          <a:prstGeom prst="rect">
            <a:avLst/>
          </a:prstGeom>
        </p:spPr>
      </p:pic>
    </p:spTree>
    <p:extLst>
      <p:ext uri="{BB962C8B-B14F-4D97-AF65-F5344CB8AC3E}">
        <p14:creationId xmlns:p14="http://schemas.microsoft.com/office/powerpoint/2010/main" val="2268913150"/>
      </p:ext>
    </p:extLst>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1" name="Rectangle 30">
            <a:extLst>
              <a:ext uri="{FF2B5EF4-FFF2-40B4-BE49-F238E27FC236}">
                <a16:creationId xmlns:a16="http://schemas.microsoft.com/office/drawing/2014/main" id="{E029F3AE-801E-3688-5550-9C14ABE1AEF4}"/>
              </a:ext>
            </a:extLst>
          </p:cNvPr>
          <p:cNvSpPr/>
          <p:nvPr/>
        </p:nvSpPr>
        <p:spPr>
          <a:xfrm>
            <a:off x="5789100" y="995271"/>
            <a:ext cx="5976803" cy="1207619"/>
          </a:xfrm>
          <a:prstGeom prst="rect">
            <a:avLst/>
          </a:prstGeom>
          <a:solidFill>
            <a:schemeClr val="accent2">
              <a:lumMod val="20000"/>
              <a:lumOff val="80000"/>
            </a:schemeClr>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IN"/>
          </a:p>
        </p:txBody>
      </p:sp>
      <p:sp>
        <p:nvSpPr>
          <p:cNvPr id="5" name="TextBox 4">
            <a:extLst>
              <a:ext uri="{FF2B5EF4-FFF2-40B4-BE49-F238E27FC236}">
                <a16:creationId xmlns:a16="http://schemas.microsoft.com/office/drawing/2014/main" id="{0B603382-7D30-B764-0A4F-040300D409F8}"/>
              </a:ext>
            </a:extLst>
          </p:cNvPr>
          <p:cNvSpPr txBox="1"/>
          <p:nvPr/>
        </p:nvSpPr>
        <p:spPr>
          <a:xfrm>
            <a:off x="426097" y="292716"/>
            <a:ext cx="3998419" cy="461665"/>
          </a:xfrm>
          <a:prstGeom prst="rect">
            <a:avLst/>
          </a:prstGeom>
          <a:noFill/>
        </p:spPr>
        <p:txBody>
          <a:bodyPr wrap="square" rtlCol="0">
            <a:spAutoFit/>
          </a:bodyPr>
          <a:lstStyle/>
          <a:p>
            <a:r>
              <a:rPr lang="en-IN" sz="2400" b="1">
                <a:solidFill>
                  <a:schemeClr val="tx2">
                    <a:lumMod val="90000"/>
                    <a:lumOff val="10000"/>
                  </a:schemeClr>
                </a:solidFill>
              </a:rPr>
              <a:t>Project Status Report</a:t>
            </a:r>
          </a:p>
        </p:txBody>
      </p:sp>
      <p:sp>
        <p:nvSpPr>
          <p:cNvPr id="6" name="Rectangle 5">
            <a:extLst>
              <a:ext uri="{FF2B5EF4-FFF2-40B4-BE49-F238E27FC236}">
                <a16:creationId xmlns:a16="http://schemas.microsoft.com/office/drawing/2014/main" id="{540F518C-BFC6-3862-32D5-65D6D889FCE5}"/>
              </a:ext>
            </a:extLst>
          </p:cNvPr>
          <p:cNvSpPr/>
          <p:nvPr/>
        </p:nvSpPr>
        <p:spPr>
          <a:xfrm>
            <a:off x="535360" y="995271"/>
            <a:ext cx="5234353" cy="924084"/>
          </a:xfrm>
          <a:prstGeom prst="rect">
            <a:avLst/>
          </a:prstGeom>
          <a:solidFill>
            <a:schemeClr val="bg1">
              <a:lumMod val="95000"/>
            </a:schemeClr>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IN"/>
          </a:p>
        </p:txBody>
      </p:sp>
      <p:sp>
        <p:nvSpPr>
          <p:cNvPr id="9" name="TextBox 8">
            <a:extLst>
              <a:ext uri="{FF2B5EF4-FFF2-40B4-BE49-F238E27FC236}">
                <a16:creationId xmlns:a16="http://schemas.microsoft.com/office/drawing/2014/main" id="{9E6DC45D-06DE-52B9-CFC0-EB79A994E5E7}"/>
              </a:ext>
            </a:extLst>
          </p:cNvPr>
          <p:cNvSpPr txBox="1"/>
          <p:nvPr/>
        </p:nvSpPr>
        <p:spPr>
          <a:xfrm>
            <a:off x="828944" y="3302134"/>
            <a:ext cx="1359488" cy="280026"/>
          </a:xfrm>
          <a:prstGeom prst="rect">
            <a:avLst/>
          </a:prstGeom>
          <a:noFill/>
        </p:spPr>
        <p:txBody>
          <a:bodyPr wrap="square" rtlCol="0">
            <a:spAutoFit/>
          </a:bodyPr>
          <a:lstStyle/>
          <a:p>
            <a:endParaRPr lang="en-IN" sz="1250"/>
          </a:p>
        </p:txBody>
      </p:sp>
      <p:graphicFrame>
        <p:nvGraphicFramePr>
          <p:cNvPr id="11" name="Table 10">
            <a:extLst>
              <a:ext uri="{FF2B5EF4-FFF2-40B4-BE49-F238E27FC236}">
                <a16:creationId xmlns:a16="http://schemas.microsoft.com/office/drawing/2014/main" id="{2C774716-73EA-C9E0-8972-CCB47CAEC750}"/>
              </a:ext>
            </a:extLst>
          </p:cNvPr>
          <p:cNvGraphicFramePr>
            <a:graphicFrameLocks noGrp="1"/>
          </p:cNvGraphicFramePr>
          <p:nvPr>
            <p:extLst>
              <p:ext uri="{D42A27DB-BD31-4B8C-83A1-F6EECF244321}">
                <p14:modId xmlns:p14="http://schemas.microsoft.com/office/powerpoint/2010/main" val="792674807"/>
              </p:ext>
            </p:extLst>
          </p:nvPr>
        </p:nvGraphicFramePr>
        <p:xfrm>
          <a:off x="542240" y="1007264"/>
          <a:ext cx="5109565" cy="832167"/>
        </p:xfrm>
        <a:graphic>
          <a:graphicData uri="http://schemas.openxmlformats.org/drawingml/2006/table">
            <a:tbl>
              <a:tblPr bandRow="1">
                <a:tableStyleId>{2D5ABB26-0587-4C30-8999-92F81FD0307C}</a:tableStyleId>
              </a:tblPr>
              <a:tblGrid>
                <a:gridCol w="1564322">
                  <a:extLst>
                    <a:ext uri="{9D8B030D-6E8A-4147-A177-3AD203B41FA5}">
                      <a16:colId xmlns:a16="http://schemas.microsoft.com/office/drawing/2014/main" val="329912612"/>
                    </a:ext>
                  </a:extLst>
                </a:gridCol>
                <a:gridCol w="3545243">
                  <a:extLst>
                    <a:ext uri="{9D8B030D-6E8A-4147-A177-3AD203B41FA5}">
                      <a16:colId xmlns:a16="http://schemas.microsoft.com/office/drawing/2014/main" val="3189175013"/>
                    </a:ext>
                  </a:extLst>
                </a:gridCol>
              </a:tblGrid>
              <a:tr h="277389">
                <a:tc>
                  <a:txBody>
                    <a:bodyPr/>
                    <a:lstStyle/>
                    <a:p>
                      <a:pPr algn="l"/>
                      <a:r>
                        <a:rPr lang="en-IN" sz="1100" dirty="0"/>
                        <a:t>Project:</a:t>
                      </a:r>
                    </a:p>
                  </a:txBody>
                  <a:tcPr anchor="ctr"/>
                </a:tc>
                <a:tc>
                  <a:txBody>
                    <a:bodyPr/>
                    <a:lstStyle/>
                    <a:p>
                      <a:pPr algn="l"/>
                      <a:r>
                        <a:rPr lang="en-IN" sz="1100"/>
                        <a:t>Phibro Animal Healthcare </a:t>
                      </a:r>
                    </a:p>
                  </a:txBody>
                  <a:tcPr anchor="ctr"/>
                </a:tc>
                <a:extLst>
                  <a:ext uri="{0D108BD9-81ED-4DB2-BD59-A6C34878D82A}">
                    <a16:rowId xmlns:a16="http://schemas.microsoft.com/office/drawing/2014/main" val="3425168933"/>
                  </a:ext>
                </a:extLst>
              </a:tr>
              <a:tr h="277389">
                <a:tc>
                  <a:txBody>
                    <a:bodyPr/>
                    <a:lstStyle/>
                    <a:p>
                      <a:pPr algn="l"/>
                      <a:r>
                        <a:rPr lang="en-IN" sz="1100"/>
                        <a:t>Reporting Period:</a:t>
                      </a:r>
                    </a:p>
                  </a:txBody>
                  <a:tcPr anchor="ctr"/>
                </a:tc>
                <a:tc>
                  <a:txBody>
                    <a:bodyPr/>
                    <a:lstStyle/>
                    <a:p>
                      <a:pPr algn="l"/>
                      <a:r>
                        <a:rPr lang="en-IN" sz="1100" dirty="0"/>
                        <a:t>09/07/2026 – 09/11/2026</a:t>
                      </a:r>
                    </a:p>
                  </a:txBody>
                  <a:tcPr anchor="ctr"/>
                </a:tc>
                <a:extLst>
                  <a:ext uri="{0D108BD9-81ED-4DB2-BD59-A6C34878D82A}">
                    <a16:rowId xmlns:a16="http://schemas.microsoft.com/office/drawing/2014/main" val="1035868384"/>
                  </a:ext>
                </a:extLst>
              </a:tr>
              <a:tr h="277389">
                <a:tc>
                  <a:txBody>
                    <a:bodyPr/>
                    <a:lstStyle/>
                    <a:p>
                      <a:pPr algn="l"/>
                      <a:r>
                        <a:rPr lang="en-IN" sz="1100" dirty="0"/>
                        <a:t>Reporting Date:</a:t>
                      </a:r>
                    </a:p>
                  </a:txBody>
                  <a:tcPr anchor="ctr"/>
                </a:tc>
                <a:tc>
                  <a:txBody>
                    <a:bodyPr/>
                    <a:lstStyle/>
                    <a:p>
                      <a:pPr algn="l"/>
                      <a:r>
                        <a:rPr lang="en-IN" sz="1100" dirty="0"/>
                        <a:t>09/11/2026</a:t>
                      </a:r>
                    </a:p>
                  </a:txBody>
                  <a:tcPr anchor="ctr"/>
                </a:tc>
                <a:extLst>
                  <a:ext uri="{0D108BD9-81ED-4DB2-BD59-A6C34878D82A}">
                    <a16:rowId xmlns:a16="http://schemas.microsoft.com/office/drawing/2014/main" val="1042748043"/>
                  </a:ext>
                </a:extLst>
              </a:tr>
            </a:tbl>
          </a:graphicData>
        </a:graphic>
      </p:graphicFrame>
      <p:sp>
        <p:nvSpPr>
          <p:cNvPr id="15" name="TextBox 14">
            <a:extLst>
              <a:ext uri="{FF2B5EF4-FFF2-40B4-BE49-F238E27FC236}">
                <a16:creationId xmlns:a16="http://schemas.microsoft.com/office/drawing/2014/main" id="{4171FD07-C258-5175-0F1E-94097DE02743}"/>
              </a:ext>
            </a:extLst>
          </p:cNvPr>
          <p:cNvSpPr txBox="1"/>
          <p:nvPr/>
        </p:nvSpPr>
        <p:spPr>
          <a:xfrm>
            <a:off x="5762833" y="951904"/>
            <a:ext cx="5871404" cy="1316119"/>
          </a:xfrm>
          <a:prstGeom prst="rect">
            <a:avLst/>
          </a:prstGeom>
          <a:noFill/>
        </p:spPr>
        <p:txBody>
          <a:bodyPr wrap="square" lIns="91440" tIns="45720" rIns="91440" bIns="45720" anchor="t">
            <a:spAutoFit/>
          </a:bodyPr>
          <a:lstStyle/>
          <a:p>
            <a:r>
              <a:rPr lang="en-US" sz="900" b="1" dirty="0"/>
              <a:t>Project Status</a:t>
            </a:r>
            <a:br>
              <a:rPr lang="en-US" sz="900" dirty="0"/>
            </a:br>
            <a:r>
              <a:rPr lang="en-IN" sz="900" dirty="0"/>
              <a:t>The engagement is progressing as planned. During the reporting period, we focused on the full reconciliation of Accounts, Invoices, and Sales data, including calculated date fields, MTD, YTD, and distributor information. We also completed address fuzzy matching for </a:t>
            </a:r>
            <a:r>
              <a:rPr lang="en-IN" sz="900" dirty="0" err="1"/>
              <a:t>Vetcove</a:t>
            </a:r>
            <a:r>
              <a:rPr lang="en-IN" sz="900" dirty="0"/>
              <a:t> loads and updated distributor, MTD, YTD, and 30, 60 jars values in CRM. In addition, the product table and September sales values were updated based on the new pricing, and September sales totals were validated between the database and CRM. The Deletes and Merges table was also updated, and the CO state reconciliation issues were </a:t>
            </a:r>
            <a:r>
              <a:rPr lang="en-IN" sz="900" dirty="0" err="1"/>
              <a:t>analyzed</a:t>
            </a:r>
            <a:r>
              <a:rPr lang="en-IN" sz="900" dirty="0"/>
              <a:t>.</a:t>
            </a:r>
          </a:p>
        </p:txBody>
      </p:sp>
      <p:graphicFrame>
        <p:nvGraphicFramePr>
          <p:cNvPr id="23" name="Table 22">
            <a:extLst>
              <a:ext uri="{FF2B5EF4-FFF2-40B4-BE49-F238E27FC236}">
                <a16:creationId xmlns:a16="http://schemas.microsoft.com/office/drawing/2014/main" id="{AA50D165-FC52-A57D-2E6B-4FD83DE6DCC3}"/>
              </a:ext>
            </a:extLst>
          </p:cNvPr>
          <p:cNvGraphicFramePr>
            <a:graphicFrameLocks noGrp="1"/>
          </p:cNvGraphicFramePr>
          <p:nvPr>
            <p:extLst>
              <p:ext uri="{D42A27DB-BD31-4B8C-83A1-F6EECF244321}">
                <p14:modId xmlns:p14="http://schemas.microsoft.com/office/powerpoint/2010/main" val="1316897051"/>
              </p:ext>
            </p:extLst>
          </p:nvPr>
        </p:nvGraphicFramePr>
        <p:xfrm>
          <a:off x="535360" y="2455911"/>
          <a:ext cx="11230543" cy="3522148"/>
        </p:xfrm>
        <a:graphic>
          <a:graphicData uri="http://schemas.openxmlformats.org/drawingml/2006/table">
            <a:tbl>
              <a:tblPr firstRow="1" bandRow="1">
                <a:tableStyleId>{5C22544A-7EE6-4342-B048-85BDC9FD1C3A}</a:tableStyleId>
              </a:tblPr>
              <a:tblGrid>
                <a:gridCol w="4249474">
                  <a:extLst>
                    <a:ext uri="{9D8B030D-6E8A-4147-A177-3AD203B41FA5}">
                      <a16:colId xmlns:a16="http://schemas.microsoft.com/office/drawing/2014/main" val="80571678"/>
                    </a:ext>
                  </a:extLst>
                </a:gridCol>
                <a:gridCol w="1153838">
                  <a:extLst>
                    <a:ext uri="{9D8B030D-6E8A-4147-A177-3AD203B41FA5}">
                      <a16:colId xmlns:a16="http://schemas.microsoft.com/office/drawing/2014/main" val="2547097539"/>
                    </a:ext>
                  </a:extLst>
                </a:gridCol>
                <a:gridCol w="5827231">
                  <a:extLst>
                    <a:ext uri="{9D8B030D-6E8A-4147-A177-3AD203B41FA5}">
                      <a16:colId xmlns:a16="http://schemas.microsoft.com/office/drawing/2014/main" val="3541403249"/>
                    </a:ext>
                  </a:extLst>
                </a:gridCol>
              </a:tblGrid>
              <a:tr h="237933">
                <a:tc>
                  <a:txBody>
                    <a:bodyPr/>
                    <a:lstStyle/>
                    <a:p>
                      <a:r>
                        <a:rPr lang="en-IN" sz="1100" dirty="0">
                          <a:solidFill>
                            <a:schemeClr val="tx1"/>
                          </a:solidFill>
                        </a:rPr>
                        <a:t>Milestone</a:t>
                      </a:r>
                    </a:p>
                  </a:txBody>
                  <a:tcPr>
                    <a:solidFill>
                      <a:schemeClr val="accent1">
                        <a:lumMod val="20000"/>
                        <a:lumOff val="80000"/>
                      </a:schemeClr>
                    </a:solidFill>
                  </a:tcPr>
                </a:tc>
                <a:tc>
                  <a:txBody>
                    <a:bodyPr/>
                    <a:lstStyle/>
                    <a:p>
                      <a:r>
                        <a:rPr lang="en-IN" sz="1100" dirty="0">
                          <a:solidFill>
                            <a:schemeClr val="tx1"/>
                          </a:solidFill>
                        </a:rPr>
                        <a:t>Status</a:t>
                      </a:r>
                    </a:p>
                  </a:txBody>
                  <a:tcPr>
                    <a:solidFill>
                      <a:schemeClr val="accent1">
                        <a:lumMod val="20000"/>
                        <a:lumOff val="80000"/>
                      </a:schemeClr>
                    </a:solidFill>
                  </a:tcPr>
                </a:tc>
                <a:tc>
                  <a:txBody>
                    <a:bodyPr/>
                    <a:lstStyle/>
                    <a:p>
                      <a:r>
                        <a:rPr lang="en-IN" sz="1100" dirty="0">
                          <a:solidFill>
                            <a:schemeClr val="tx1"/>
                          </a:solidFill>
                        </a:rPr>
                        <a:t>Value</a:t>
                      </a:r>
                    </a:p>
                  </a:txBody>
                  <a:tcPr>
                    <a:solidFill>
                      <a:schemeClr val="accent1">
                        <a:lumMod val="20000"/>
                        <a:lumOff val="80000"/>
                      </a:schemeClr>
                    </a:solidFill>
                  </a:tcPr>
                </a:tc>
                <a:extLst>
                  <a:ext uri="{0D108BD9-81ED-4DB2-BD59-A6C34878D82A}">
                    <a16:rowId xmlns:a16="http://schemas.microsoft.com/office/drawing/2014/main" val="2727333497"/>
                  </a:ext>
                </a:extLst>
              </a:tr>
              <a:tr h="370117">
                <a:tc>
                  <a:txBody>
                    <a:bodyPr/>
                    <a:lstStyle/>
                    <a:p>
                      <a:pPr algn="l"/>
                      <a:r>
                        <a:rPr lang="en-IN" sz="1000" dirty="0"/>
                        <a:t>Full Reconciliation for Accounts, Invoices, and Sales data, Calculated date fields , MTD &amp; YTD and Distributor information</a:t>
                      </a:r>
                    </a:p>
                  </a:txBody>
                  <a:tcPr>
                    <a:solidFill>
                      <a:schemeClr val="bg2"/>
                    </a:solidFill>
                  </a:tcPr>
                </a:tc>
                <a:tc>
                  <a:txBody>
                    <a:bodyPr/>
                    <a:lstStyle/>
                    <a:p>
                      <a:pPr marL="0" marR="0" lvl="0" indent="0" algn="l" defTabSz="914400">
                        <a:lnSpc>
                          <a:spcPct val="100000"/>
                        </a:lnSpc>
                        <a:spcBef>
                          <a:spcPts val="0"/>
                        </a:spcBef>
                        <a:spcAft>
                          <a:spcPts val="0"/>
                        </a:spcAft>
                        <a:buNone/>
                        <a:tabLst/>
                        <a:defRPr/>
                      </a:pPr>
                      <a:r>
                        <a:rPr lang="en-IN" sz="1000" b="0" i="0" u="none" strike="noStrike" noProof="0" dirty="0">
                          <a:solidFill>
                            <a:srgbClr val="000000"/>
                          </a:solidFill>
                          <a:latin typeface="Aptos"/>
                        </a:rPr>
                        <a:t>Completed</a:t>
                      </a:r>
                      <a:endParaRPr lang="en-US" sz="1000" dirty="0"/>
                    </a:p>
                  </a:txBody>
                  <a:tcPr>
                    <a:solidFill>
                      <a:schemeClr val="bg2"/>
                    </a:solidFill>
                  </a:tcPr>
                </a:tc>
                <a:tc>
                  <a:txBody>
                    <a:bodyPr/>
                    <a:lstStyle/>
                    <a:p>
                      <a:pPr marL="0" algn="l" defTabSz="914400" rtl="0" eaLnBrk="1" latinLnBrk="0" hangingPunct="1">
                        <a:buNone/>
                      </a:pPr>
                      <a:r>
                        <a:rPr lang="en-US" sz="1000" kern="1200" dirty="0">
                          <a:solidFill>
                            <a:schemeClr val="dk1"/>
                          </a:solidFill>
                          <a:latin typeface="+mn-lt"/>
                          <a:ea typeface="+mn-ea"/>
                          <a:cs typeface="+mn-cs"/>
                        </a:rPr>
                        <a:t>Completed full reconciliation of Accounts, Invoices, and Sales data and validated calculated date fields, MTD, YTD, and distributor information.</a:t>
                      </a:r>
                      <a:endParaRPr lang="en-IN" sz="1000" kern="1200" dirty="0">
                        <a:solidFill>
                          <a:schemeClr val="dk1"/>
                        </a:solidFill>
                        <a:latin typeface="+mn-lt"/>
                        <a:ea typeface="+mn-ea"/>
                        <a:cs typeface="+mn-cs"/>
                      </a:endParaRPr>
                    </a:p>
                  </a:txBody>
                  <a:tcPr anchor="ctr">
                    <a:solidFill>
                      <a:schemeClr val="bg2"/>
                    </a:solidFill>
                  </a:tcPr>
                </a:tc>
                <a:extLst>
                  <a:ext uri="{0D108BD9-81ED-4DB2-BD59-A6C34878D82A}">
                    <a16:rowId xmlns:a16="http://schemas.microsoft.com/office/drawing/2014/main" val="2273325339"/>
                  </a:ext>
                </a:extLst>
              </a:tr>
              <a:tr h="225651">
                <a:tc>
                  <a:txBody>
                    <a:bodyPr/>
                    <a:lstStyle/>
                    <a:p>
                      <a:pPr marL="0" lvl="0" indent="0" algn="l" fontAlgn="ctr">
                        <a:buFontTx/>
                        <a:buNone/>
                      </a:pPr>
                      <a:r>
                        <a:rPr lang="en-US" sz="1000" dirty="0"/>
                        <a:t>F</a:t>
                      </a:r>
                      <a:r>
                        <a:rPr lang="en-IN" sz="1000" dirty="0"/>
                        <a:t>uzzy match for Vetcove loads </a:t>
                      </a:r>
                      <a:endParaRPr lang="en-IN" sz="1000" kern="1200" dirty="0">
                        <a:solidFill>
                          <a:schemeClr val="dk1"/>
                        </a:solidFill>
                        <a:latin typeface="+mn-lt"/>
                        <a:ea typeface="+mn-ea"/>
                        <a:cs typeface="+mn-cs"/>
                      </a:endParaRPr>
                    </a:p>
                  </a:txBody>
                  <a:tcPr marL="90000" marR="90000" marT="46800">
                    <a:solidFill>
                      <a:schemeClr val="bg2"/>
                    </a:solidFill>
                  </a:tcPr>
                </a:tc>
                <a:tc>
                  <a:txBody>
                    <a:bodyPr/>
                    <a:lstStyle/>
                    <a:p>
                      <a:pPr lvl="0">
                        <a:buNone/>
                      </a:pPr>
                      <a:r>
                        <a:rPr lang="en-IN" sz="1000" b="0" i="0" u="none" strike="noStrike" noProof="0" dirty="0">
                          <a:solidFill>
                            <a:srgbClr val="000000"/>
                          </a:solidFill>
                          <a:latin typeface="Aptos"/>
                        </a:rPr>
                        <a:t>Completed</a:t>
                      </a:r>
                      <a:endParaRPr lang="en-US" sz="1000" dirty="0"/>
                    </a:p>
                  </a:txBody>
                  <a:tcPr>
                    <a:solidFill>
                      <a:schemeClr val="bg2"/>
                    </a:solidFill>
                  </a:tcPr>
                </a:tc>
                <a:tc>
                  <a:txBody>
                    <a:bodyPr/>
                    <a:lstStyle/>
                    <a:p>
                      <a:pPr lvl="0" algn="l">
                        <a:lnSpc>
                          <a:spcPct val="100000"/>
                        </a:lnSpc>
                        <a:spcBef>
                          <a:spcPts val="0"/>
                        </a:spcBef>
                        <a:spcAft>
                          <a:spcPts val="0"/>
                        </a:spcAft>
                        <a:buNone/>
                      </a:pPr>
                      <a:r>
                        <a:rPr lang="en-IN" sz="1000" dirty="0"/>
                        <a:t>Performed address fuzzy matching for Vetcove load records</a:t>
                      </a:r>
                      <a:endParaRPr lang="en-US" sz="1000" b="0" i="0" u="none" strike="noStrike" kern="1200" dirty="0">
                        <a:solidFill>
                          <a:schemeClr val="dk1"/>
                        </a:solidFill>
                        <a:latin typeface="Aptos"/>
                        <a:ea typeface="+mn-ea"/>
                        <a:cs typeface="+mn-cs"/>
                      </a:endParaRPr>
                    </a:p>
                  </a:txBody>
                  <a:tcPr>
                    <a:solidFill>
                      <a:schemeClr val="bg2"/>
                    </a:solidFill>
                  </a:tcPr>
                </a:tc>
                <a:extLst>
                  <a:ext uri="{0D108BD9-81ED-4DB2-BD59-A6C34878D82A}">
                    <a16:rowId xmlns:a16="http://schemas.microsoft.com/office/drawing/2014/main" val="161484008"/>
                  </a:ext>
                </a:extLst>
              </a:tr>
              <a:tr h="225186">
                <a:tc>
                  <a:txBody>
                    <a:bodyPr/>
                    <a:lstStyle/>
                    <a:p>
                      <a:pPr marL="0" marR="0" lvl="0" indent="0" algn="l" rtl="0" eaLnBrk="1" fontAlgn="auto" latinLnBrk="0" hangingPunct="1">
                        <a:lnSpc>
                          <a:spcPct val="100000"/>
                        </a:lnSpc>
                        <a:spcBef>
                          <a:spcPts val="0"/>
                        </a:spcBef>
                        <a:spcAft>
                          <a:spcPts val="0"/>
                        </a:spcAft>
                        <a:buClrTx/>
                        <a:buSzTx/>
                        <a:buFontTx/>
                        <a:buNone/>
                      </a:pPr>
                      <a:r>
                        <a:rPr lang="en-IN" sz="1000" dirty="0"/>
                        <a:t>update distributor information ,MTD &amp;YTD and 30, 60 jars in CRM </a:t>
                      </a:r>
                    </a:p>
                  </a:txBody>
                  <a:tcPr anchor="ctr">
                    <a:solidFill>
                      <a:schemeClr val="bg2"/>
                    </a:solidFill>
                  </a:tcPr>
                </a:tc>
                <a:tc>
                  <a:txBody>
                    <a:bodyPr/>
                    <a:lstStyle/>
                    <a:p>
                      <a:pPr marL="0" marR="0" lvl="0" indent="0" algn="l" defTabSz="914400">
                        <a:lnSpc>
                          <a:spcPct val="100000"/>
                        </a:lnSpc>
                        <a:spcBef>
                          <a:spcPts val="0"/>
                        </a:spcBef>
                        <a:spcAft>
                          <a:spcPts val="0"/>
                        </a:spcAft>
                        <a:buNone/>
                        <a:tabLst/>
                        <a:defRPr/>
                      </a:pPr>
                      <a:r>
                        <a:rPr lang="en-IN" sz="1000" b="0" i="0" u="none" strike="noStrike" noProof="0" dirty="0">
                          <a:solidFill>
                            <a:srgbClr val="000000"/>
                          </a:solidFill>
                          <a:latin typeface="Aptos"/>
                        </a:rPr>
                        <a:t>Completed</a:t>
                      </a:r>
                      <a:endParaRPr lang="en-US" sz="1000" dirty="0"/>
                    </a:p>
                  </a:txBody>
                  <a:tcPr>
                    <a:solidFill>
                      <a:schemeClr val="bg2"/>
                    </a:solidFill>
                  </a:tcPr>
                </a:tc>
                <a:tc>
                  <a:txBody>
                    <a:bodyPr/>
                    <a:lstStyle/>
                    <a:p>
                      <a:pPr marL="0" marR="0" lvl="0" indent="0" algn="l">
                        <a:lnSpc>
                          <a:spcPct val="100000"/>
                        </a:lnSpc>
                        <a:spcBef>
                          <a:spcPts val="0"/>
                        </a:spcBef>
                        <a:spcAft>
                          <a:spcPts val="0"/>
                        </a:spcAft>
                        <a:buClrTx/>
                        <a:buSzTx/>
                        <a:buFontTx/>
                        <a:buNone/>
                      </a:pPr>
                      <a:r>
                        <a:rPr lang="en-IN" sz="1000" dirty="0"/>
                        <a:t>Updated distributor information, MTD, YTD, and 30, 60 jars in CRM.</a:t>
                      </a:r>
                      <a:endParaRPr lang="en-US" sz="1000" dirty="0"/>
                    </a:p>
                  </a:txBody>
                  <a:tcPr>
                    <a:solidFill>
                      <a:schemeClr val="bg2"/>
                    </a:solidFill>
                  </a:tcPr>
                </a:tc>
                <a:extLst>
                  <a:ext uri="{0D108BD9-81ED-4DB2-BD59-A6C34878D82A}">
                    <a16:rowId xmlns:a16="http://schemas.microsoft.com/office/drawing/2014/main" val="152747843"/>
                  </a:ext>
                </a:extLst>
              </a:tr>
              <a:tr h="337071">
                <a:tc>
                  <a:txBody>
                    <a:bodyPr/>
                    <a:lstStyle/>
                    <a:p>
                      <a:pPr algn="l">
                        <a:buNone/>
                      </a:pPr>
                      <a:r>
                        <a:rPr lang="en-IN" sz="1000" dirty="0"/>
                        <a:t>Worked on updating the product table and updating the sales value for September month data based on the new price</a:t>
                      </a:r>
                      <a:endParaRPr lang="en-IN" sz="1000" b="0" i="0" u="none" strike="noStrike" dirty="0">
                        <a:solidFill>
                          <a:srgbClr val="000000"/>
                        </a:solidFill>
                        <a:effectLst/>
                        <a:latin typeface="Aptos Narrow" panose="020B0004020202020204" pitchFamily="34" charset="0"/>
                      </a:endParaRPr>
                    </a:p>
                  </a:txBody>
                  <a:tcPr>
                    <a:solidFill>
                      <a:schemeClr val="bg2"/>
                    </a:solidFill>
                  </a:tcPr>
                </a:tc>
                <a:tc>
                  <a:txBody>
                    <a:bodyPr/>
                    <a:lstStyle/>
                    <a:p>
                      <a:pPr marL="0" marR="0" lvl="0" indent="0" algn="l" defTabSz="914400">
                        <a:lnSpc>
                          <a:spcPct val="100000"/>
                        </a:lnSpc>
                        <a:spcBef>
                          <a:spcPts val="0"/>
                        </a:spcBef>
                        <a:spcAft>
                          <a:spcPts val="0"/>
                        </a:spcAft>
                        <a:buNone/>
                        <a:tabLst/>
                        <a:defRPr/>
                      </a:pPr>
                      <a:r>
                        <a:rPr lang="en-US" sz="1000" b="0" i="0" u="none" strike="noStrike" kern="1200" dirty="0">
                          <a:solidFill>
                            <a:srgbClr val="000000"/>
                          </a:solidFill>
                          <a:latin typeface="Aptos"/>
                          <a:ea typeface="+mn-ea"/>
                          <a:cs typeface="+mn-cs"/>
                        </a:rPr>
                        <a:t>Completed</a:t>
                      </a:r>
                      <a:endParaRPr lang="en-US" sz="1000" dirty="0"/>
                    </a:p>
                  </a:txBody>
                  <a:tcPr>
                    <a:solidFill>
                      <a:schemeClr val="bg2"/>
                    </a:solidFill>
                  </a:tcPr>
                </a:tc>
                <a:tc>
                  <a:txBody>
                    <a:bodyPr/>
                    <a:lstStyle/>
                    <a:p>
                      <a:pPr marL="0" algn="l" defTabSz="914400" rtl="0" eaLnBrk="1" fontAlgn="ctr" latinLnBrk="0" hangingPunct="1">
                        <a:buNone/>
                      </a:pPr>
                      <a:r>
                        <a:rPr lang="en-US" sz="1000" kern="1200" dirty="0">
                          <a:solidFill>
                            <a:schemeClr val="dk1"/>
                          </a:solidFill>
                          <a:latin typeface="+mn-lt"/>
                          <a:ea typeface="+mn-ea"/>
                          <a:cs typeface="+mn-cs"/>
                        </a:rPr>
                        <a:t>Updated the product table and recalculated the September sales values based on the new pricing.</a:t>
                      </a:r>
                      <a:endParaRPr lang="en-IN" sz="1000" kern="1200" dirty="0">
                        <a:solidFill>
                          <a:schemeClr val="dk1"/>
                        </a:solidFill>
                        <a:latin typeface="+mn-lt"/>
                        <a:ea typeface="+mn-ea"/>
                        <a:cs typeface="+mn-cs"/>
                      </a:endParaRPr>
                    </a:p>
                  </a:txBody>
                  <a:tcPr anchor="ctr">
                    <a:solidFill>
                      <a:schemeClr val="bg2"/>
                    </a:solidFill>
                  </a:tcPr>
                </a:tc>
                <a:extLst>
                  <a:ext uri="{0D108BD9-81ED-4DB2-BD59-A6C34878D82A}">
                    <a16:rowId xmlns:a16="http://schemas.microsoft.com/office/drawing/2014/main" val="234017881"/>
                  </a:ext>
                </a:extLst>
              </a:tr>
              <a:tr h="370117">
                <a:tc>
                  <a:txBody>
                    <a:bodyPr/>
                    <a:lstStyle/>
                    <a:p>
                      <a:pPr lvl="0" algn="l">
                        <a:buNone/>
                      </a:pPr>
                      <a:r>
                        <a:rPr lang="en-IN" sz="1000" dirty="0"/>
                        <a:t>worked on checking the sales total for september month (database vs CRM)</a:t>
                      </a:r>
                      <a:endParaRPr lang="en-US" sz="1000" dirty="0"/>
                    </a:p>
                  </a:txBody>
                  <a:tcPr>
                    <a:solidFill>
                      <a:schemeClr val="bg2"/>
                    </a:solidFill>
                  </a:tcPr>
                </a:tc>
                <a:tc>
                  <a:txBody>
                    <a:bodyPr/>
                    <a:lstStyle/>
                    <a:p>
                      <a:pPr marL="0" marR="0" lvl="0" indent="0" algn="l" defTabSz="914400">
                        <a:lnSpc>
                          <a:spcPct val="100000"/>
                        </a:lnSpc>
                        <a:spcBef>
                          <a:spcPts val="0"/>
                        </a:spcBef>
                        <a:spcAft>
                          <a:spcPts val="0"/>
                        </a:spcAft>
                        <a:buNone/>
                        <a:tabLst/>
                        <a:defRPr/>
                      </a:pPr>
                      <a:r>
                        <a:rPr lang="en-US" sz="1000" b="0" i="0" u="none" strike="noStrike" kern="1200" dirty="0">
                          <a:solidFill>
                            <a:srgbClr val="000000"/>
                          </a:solidFill>
                          <a:latin typeface="+mn-lt"/>
                          <a:ea typeface="+mn-ea"/>
                          <a:cs typeface="+mn-cs"/>
                        </a:rPr>
                        <a:t>Completed</a:t>
                      </a:r>
                      <a:endParaRPr lang="en-US" sz="1000" dirty="0"/>
                    </a:p>
                  </a:txBody>
                  <a:tcPr>
                    <a:solidFill>
                      <a:schemeClr val="bg2"/>
                    </a:solidFill>
                  </a:tcPr>
                </a:tc>
                <a:tc>
                  <a:txBody>
                    <a:bodyPr/>
                    <a:lstStyle/>
                    <a:p>
                      <a:pPr lvl="0">
                        <a:buNone/>
                      </a:pPr>
                      <a:r>
                        <a:rPr lang="en-IN" sz="1000" dirty="0"/>
                        <a:t>Compared the September sales totals between the database and CRM and validated the results.</a:t>
                      </a:r>
                      <a:endParaRPr lang="en-US" sz="1000" dirty="0"/>
                    </a:p>
                  </a:txBody>
                  <a:tcPr>
                    <a:solidFill>
                      <a:schemeClr val="bg2"/>
                    </a:solidFill>
                  </a:tcPr>
                </a:tc>
                <a:extLst>
                  <a:ext uri="{0D108BD9-81ED-4DB2-BD59-A6C34878D82A}">
                    <a16:rowId xmlns:a16="http://schemas.microsoft.com/office/drawing/2014/main" val="4168883850"/>
                  </a:ext>
                </a:extLst>
              </a:tr>
              <a:tr h="370117">
                <a:tc>
                  <a:txBody>
                    <a:bodyPr/>
                    <a:lstStyle/>
                    <a:p>
                      <a:r>
                        <a:rPr lang="en-IN" sz="1000" dirty="0"/>
                        <a:t>worked on updating the deletes and merges table</a:t>
                      </a:r>
                      <a:br>
                        <a:rPr lang="en-IN" sz="1000" dirty="0"/>
                      </a:br>
                      <a:endParaRPr lang="en-IN" sz="1000" dirty="0"/>
                    </a:p>
                  </a:txBody>
                  <a:tcPr>
                    <a:solidFill>
                      <a:schemeClr val="bg2"/>
                    </a:solidFill>
                  </a:tcPr>
                </a:tc>
                <a:tc>
                  <a:txBody>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lang="en-US" sz="1000" b="0" i="0" u="none" strike="noStrike" kern="1200" dirty="0">
                          <a:solidFill>
                            <a:srgbClr val="000000"/>
                          </a:solidFill>
                          <a:latin typeface="+mn-lt"/>
                          <a:ea typeface="+mn-ea"/>
                          <a:cs typeface="+mn-cs"/>
                        </a:rPr>
                        <a:t>Completed</a:t>
                      </a:r>
                      <a:endParaRPr lang="en-US" sz="1000" dirty="0"/>
                    </a:p>
                    <a:p>
                      <a:pPr lvl="0">
                        <a:buNone/>
                      </a:pPr>
                      <a:endParaRPr lang="en-US" sz="1000" dirty="0"/>
                    </a:p>
                  </a:txBody>
                  <a:tcPr>
                    <a:solidFill>
                      <a:schemeClr val="bg2"/>
                    </a:solidFill>
                  </a:tcPr>
                </a:tc>
                <a:tc>
                  <a:txBody>
                    <a:bodyPr/>
                    <a:lstStyle/>
                    <a:p>
                      <a:pPr>
                        <a:buNone/>
                      </a:pPr>
                      <a:r>
                        <a:rPr lang="en-US" sz="1000" kern="1200" dirty="0">
                          <a:solidFill>
                            <a:schemeClr val="dk1"/>
                          </a:solidFill>
                          <a:latin typeface="+mn-lt"/>
                          <a:ea typeface="+mn-ea"/>
                          <a:cs typeface="+mn-cs"/>
                        </a:rPr>
                        <a:t>Updated the Deletes and Merges table with the required records for data processing and reconciliation.</a:t>
                      </a:r>
                      <a:endParaRPr lang="en-IN" sz="1000" kern="1200" dirty="0">
                        <a:solidFill>
                          <a:schemeClr val="dk1"/>
                        </a:solidFill>
                        <a:latin typeface="+mn-lt"/>
                        <a:ea typeface="+mn-ea"/>
                        <a:cs typeface="+mn-cs"/>
                      </a:endParaRPr>
                    </a:p>
                  </a:txBody>
                  <a:tcPr anchor="ctr">
                    <a:solidFill>
                      <a:schemeClr val="bg2"/>
                    </a:solidFill>
                  </a:tcPr>
                </a:tc>
                <a:extLst>
                  <a:ext uri="{0D108BD9-81ED-4DB2-BD59-A6C34878D82A}">
                    <a16:rowId xmlns:a16="http://schemas.microsoft.com/office/drawing/2014/main" val="650069182"/>
                  </a:ext>
                </a:extLst>
              </a:tr>
              <a:tr h="370117">
                <a:tc>
                  <a:txBody>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lang="en-IN" sz="1000" dirty="0"/>
                        <a:t>worked on analysing the issues in CO state reconciliation</a:t>
                      </a:r>
                      <a:endParaRPr lang="en-US" sz="1000" dirty="0"/>
                    </a:p>
                  </a:txBody>
                  <a:tcPr>
                    <a:solidFill>
                      <a:schemeClr val="bg2"/>
                    </a:solidFill>
                  </a:tcPr>
                </a:tc>
                <a:tc>
                  <a:txBody>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lang="en-US" sz="1000" b="0" i="0" u="none" strike="noStrike" kern="1200" dirty="0">
                          <a:solidFill>
                            <a:srgbClr val="000000"/>
                          </a:solidFill>
                          <a:latin typeface="+mn-lt"/>
                          <a:ea typeface="+mn-ea"/>
                          <a:cs typeface="+mn-cs"/>
                        </a:rPr>
                        <a:t>Completed</a:t>
                      </a:r>
                      <a:endParaRPr lang="en-US" sz="1000" dirty="0"/>
                    </a:p>
                    <a:p>
                      <a:pPr marL="0" marR="0" lvl="0" indent="0" algn="l">
                        <a:lnSpc>
                          <a:spcPct val="100000"/>
                        </a:lnSpc>
                        <a:spcBef>
                          <a:spcPts val="0"/>
                        </a:spcBef>
                        <a:spcAft>
                          <a:spcPts val="0"/>
                        </a:spcAft>
                        <a:buNone/>
                      </a:pPr>
                      <a:endParaRPr lang="en-US" sz="1000" dirty="0"/>
                    </a:p>
                  </a:txBody>
                  <a:tcPr>
                    <a:solidFill>
                      <a:schemeClr val="bg2"/>
                    </a:solidFill>
                  </a:tcPr>
                </a:tc>
                <a:tc>
                  <a:txBody>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lang="en-US" sz="1000" kern="1200" dirty="0">
                          <a:solidFill>
                            <a:schemeClr val="dk1"/>
                          </a:solidFill>
                          <a:latin typeface="+mn-lt"/>
                          <a:ea typeface="+mn-ea"/>
                          <a:cs typeface="+mn-cs"/>
                        </a:rPr>
                        <a:t>Analyzed the issues identified during CO state reconciliation and reviewed the related records and discrepancies.</a:t>
                      </a:r>
                      <a:endParaRPr lang="en-IN" sz="1000" kern="1200" dirty="0">
                        <a:solidFill>
                          <a:schemeClr val="dk1"/>
                        </a:solidFill>
                        <a:latin typeface="+mn-lt"/>
                        <a:ea typeface="+mn-ea"/>
                        <a:cs typeface="+mn-cs"/>
                      </a:endParaRPr>
                    </a:p>
                  </a:txBody>
                  <a:tcPr anchor="ctr">
                    <a:solidFill>
                      <a:schemeClr val="bg2"/>
                    </a:solidFill>
                  </a:tcPr>
                </a:tc>
                <a:extLst>
                  <a:ext uri="{0D108BD9-81ED-4DB2-BD59-A6C34878D82A}">
                    <a16:rowId xmlns:a16="http://schemas.microsoft.com/office/drawing/2014/main" val="2504928566"/>
                  </a:ext>
                </a:extLst>
              </a:tr>
              <a:tr h="396554">
                <a:tc>
                  <a:txBody>
                    <a:bodyPr/>
                    <a:lstStyle/>
                    <a:p>
                      <a:pPr marL="0" lvl="0" indent="0" algn="l">
                        <a:lnSpc>
                          <a:spcPct val="100000"/>
                        </a:lnSpc>
                        <a:spcBef>
                          <a:spcPts val="0"/>
                        </a:spcBef>
                        <a:spcAft>
                          <a:spcPts val="0"/>
                        </a:spcAft>
                        <a:buNone/>
                      </a:pPr>
                      <a:r>
                        <a:rPr lang="en-IN" sz="1000" b="0" i="0" u="none" strike="noStrike" noProof="0" dirty="0">
                          <a:latin typeface="Aptos"/>
                        </a:rPr>
                        <a:t>Updated the latest product pricing in the Product module based on the revised pricing information.</a:t>
                      </a:r>
                      <a:endParaRPr lang="en-US" dirty="0"/>
                    </a:p>
                  </a:txBody>
                  <a:tcPr>
                    <a:solidFill>
                      <a:schemeClr val="bg2"/>
                    </a:solidFill>
                  </a:tcPr>
                </a:tc>
                <a:tc>
                  <a:txBody>
                    <a:bodyPr/>
                    <a:lstStyle/>
                    <a:p>
                      <a:pPr marL="0" lvl="0" indent="0" algn="l">
                        <a:lnSpc>
                          <a:spcPct val="100000"/>
                        </a:lnSpc>
                        <a:spcBef>
                          <a:spcPts val="0"/>
                        </a:spcBef>
                        <a:spcAft>
                          <a:spcPts val="0"/>
                        </a:spcAft>
                        <a:buNone/>
                      </a:pPr>
                      <a:r>
                        <a:rPr lang="en-US" sz="1000" b="0" i="0" u="none" strike="noStrike" noProof="0" dirty="0">
                          <a:latin typeface="Aptos"/>
                        </a:rPr>
                        <a:t>Completed</a:t>
                      </a:r>
                      <a:endParaRPr lang="en-US" dirty="0"/>
                    </a:p>
                  </a:txBody>
                  <a:tcPr>
                    <a:solidFill>
                      <a:schemeClr val="bg2"/>
                    </a:solidFill>
                  </a:tcPr>
                </a:tc>
                <a:tc>
                  <a:txBody>
                    <a:bodyPr/>
                    <a:lstStyle/>
                    <a:p>
                      <a:pPr lvl="0" algn="l">
                        <a:lnSpc>
                          <a:spcPct val="100000"/>
                        </a:lnSpc>
                        <a:spcBef>
                          <a:spcPts val="0"/>
                        </a:spcBef>
                        <a:spcAft>
                          <a:spcPts val="0"/>
                        </a:spcAft>
                        <a:buNone/>
                      </a:pPr>
                      <a:r>
                        <a:rPr lang="en-US" sz="1000" dirty="0"/>
                        <a:t>Updated the Product module with the latest pricing to ensure the correct prices are available for downstream data updates.</a:t>
                      </a:r>
                    </a:p>
                  </a:txBody>
                  <a:tcPr anchor="ctr">
                    <a:solidFill>
                      <a:schemeClr val="bg2"/>
                    </a:solidFill>
                  </a:tcPr>
                </a:tc>
                <a:extLst>
                  <a:ext uri="{0D108BD9-81ED-4DB2-BD59-A6C34878D82A}">
                    <a16:rowId xmlns:a16="http://schemas.microsoft.com/office/drawing/2014/main" val="1588434911"/>
                  </a:ext>
                </a:extLst>
              </a:tr>
              <a:tr h="396554">
                <a:tc>
                  <a:txBody>
                    <a:bodyPr/>
                    <a:lstStyle/>
                    <a:p>
                      <a:pPr marL="0" lvl="0" indent="0" algn="l">
                        <a:lnSpc>
                          <a:spcPct val="100000"/>
                        </a:lnSpc>
                        <a:spcBef>
                          <a:spcPts val="0"/>
                        </a:spcBef>
                        <a:spcAft>
                          <a:spcPts val="0"/>
                        </a:spcAft>
                        <a:buNone/>
                      </a:pPr>
                      <a:endParaRPr lang="en-US" dirty="0"/>
                    </a:p>
                  </a:txBody>
                  <a:tcPr>
                    <a:solidFill>
                      <a:schemeClr val="bg2"/>
                    </a:solidFill>
                  </a:tcPr>
                </a:tc>
                <a:tc>
                  <a:txBody>
                    <a:bodyPr/>
                    <a:lstStyle/>
                    <a:p>
                      <a:pPr marL="0" lvl="0" indent="0" algn="l">
                        <a:lnSpc>
                          <a:spcPct val="100000"/>
                        </a:lnSpc>
                        <a:spcBef>
                          <a:spcPts val="0"/>
                        </a:spcBef>
                        <a:spcAft>
                          <a:spcPts val="0"/>
                        </a:spcAft>
                        <a:buNone/>
                      </a:pPr>
                      <a:endParaRPr lang="en-US" dirty="0"/>
                    </a:p>
                  </a:txBody>
                  <a:tcPr>
                    <a:solidFill>
                      <a:schemeClr val="bg2"/>
                    </a:solidFill>
                  </a:tcPr>
                </a:tc>
                <a:tc>
                  <a:txBody>
                    <a:bodyPr/>
                    <a:lstStyle/>
                    <a:p>
                      <a:pPr lvl="0" algn="l">
                        <a:lnSpc>
                          <a:spcPct val="100000"/>
                        </a:lnSpc>
                        <a:spcBef>
                          <a:spcPts val="0"/>
                        </a:spcBef>
                        <a:spcAft>
                          <a:spcPts val="0"/>
                        </a:spcAft>
                        <a:buNone/>
                      </a:pPr>
                      <a:endParaRPr lang="en-US" sz="1000" dirty="0"/>
                    </a:p>
                  </a:txBody>
                  <a:tcPr anchor="ctr">
                    <a:solidFill>
                      <a:schemeClr val="bg2"/>
                    </a:solidFill>
                  </a:tcPr>
                </a:tc>
                <a:extLst>
                  <a:ext uri="{0D108BD9-81ED-4DB2-BD59-A6C34878D82A}">
                    <a16:rowId xmlns:a16="http://schemas.microsoft.com/office/drawing/2014/main" val="2494901659"/>
                  </a:ext>
                </a:extLst>
              </a:tr>
            </a:tbl>
          </a:graphicData>
        </a:graphic>
      </p:graphicFrame>
      <p:sp>
        <p:nvSpPr>
          <p:cNvPr id="24" name="TextBox 23">
            <a:extLst>
              <a:ext uri="{FF2B5EF4-FFF2-40B4-BE49-F238E27FC236}">
                <a16:creationId xmlns:a16="http://schemas.microsoft.com/office/drawing/2014/main" id="{B9175664-D010-B3B3-4FB8-B1207C3501CA}"/>
              </a:ext>
            </a:extLst>
          </p:cNvPr>
          <p:cNvSpPr txBox="1"/>
          <p:nvPr/>
        </p:nvSpPr>
        <p:spPr>
          <a:xfrm>
            <a:off x="528478" y="2184336"/>
            <a:ext cx="11230543" cy="252023"/>
          </a:xfrm>
          <a:prstGeom prst="rect">
            <a:avLst/>
          </a:prstGeom>
          <a:solidFill>
            <a:schemeClr val="accent1">
              <a:lumMod val="75000"/>
            </a:schemeClr>
          </a:solidFill>
        </p:spPr>
        <p:txBody>
          <a:bodyPr wrap="square" lIns="91440" tIns="45720" rIns="91440" bIns="45720" rtlCol="0" anchor="t">
            <a:spAutoFit/>
          </a:bodyPr>
          <a:lstStyle/>
          <a:p>
            <a:pPr algn="ctr"/>
            <a:r>
              <a:rPr lang="en-IN" sz="1100" b="1">
                <a:solidFill>
                  <a:schemeClr val="bg1"/>
                </a:solidFill>
              </a:rPr>
              <a:t>Last  Week’s Progress</a:t>
            </a:r>
          </a:p>
        </p:txBody>
      </p:sp>
      <p:pic>
        <p:nvPicPr>
          <p:cNvPr id="7" name="Picture 6">
            <a:extLst>
              <a:ext uri="{FF2B5EF4-FFF2-40B4-BE49-F238E27FC236}">
                <a16:creationId xmlns:a16="http://schemas.microsoft.com/office/drawing/2014/main" id="{90CB1F66-42BE-A31B-4D90-7E3E83F5C934}"/>
              </a:ext>
            </a:extLst>
          </p:cNvPr>
          <p:cNvPicPr>
            <a:picLocks noChangeAspect="1"/>
          </p:cNvPicPr>
          <p:nvPr/>
        </p:nvPicPr>
        <p:blipFill>
          <a:blip r:embed="rId3">
            <a:extLst>
              <a:ext uri="{28A0092B-C50C-407E-A947-70E740481C1C}">
                <a14:useLocalDpi xmlns:a14="http://schemas.microsoft.com/office/drawing/2010/main" val="0"/>
              </a:ext>
            </a:extLst>
          </a:blip>
          <a:stretch>
            <a:fillRect/>
          </a:stretch>
        </p:blipFill>
        <p:spPr>
          <a:xfrm>
            <a:off x="8565903" y="110000"/>
            <a:ext cx="3200000" cy="520426"/>
          </a:xfrm>
          <a:prstGeom prst="rect">
            <a:avLst/>
          </a:prstGeom>
        </p:spPr>
      </p:pic>
      <p:cxnSp>
        <p:nvCxnSpPr>
          <p:cNvPr id="32" name="Top Line"/>
          <p:cNvCxnSpPr/>
          <p:nvPr/>
        </p:nvCxnSpPr>
        <p:spPr>
          <a:xfrm flipH="1">
            <a:off x="465667" y="821095"/>
            <a:ext cx="11300236" cy="0"/>
          </a:xfrm>
          <a:prstGeom prst="line">
            <a:avLst/>
          </a:prstGeom>
          <a:ln w="12700">
            <a:solidFill>
              <a:srgbClr val="F4B183"/>
            </a:solidFill>
          </a:ln>
        </p:spPr>
      </p:cxnSp>
      <p:cxnSp>
        <p:nvCxnSpPr>
          <p:cNvPr id="33" name="Bottom Line"/>
          <p:cNvCxnSpPr/>
          <p:nvPr/>
        </p:nvCxnSpPr>
        <p:spPr>
          <a:xfrm flipH="1">
            <a:off x="465668" y="6071330"/>
            <a:ext cx="10923693" cy="0"/>
          </a:xfrm>
          <a:prstGeom prst="line">
            <a:avLst/>
          </a:prstGeom>
          <a:ln w="12700">
            <a:solidFill>
              <a:srgbClr val="F4B183"/>
            </a:solidFill>
          </a:ln>
        </p:spPr>
      </p:cxnSp>
      <p:pic>
        <p:nvPicPr>
          <p:cNvPr id="34" name="DP Arrow" descr="DataPattern arrow mark"/>
          <p:cNvPicPr>
            <a:picLocks noChangeAspect="1"/>
          </p:cNvPicPr>
          <p:nvPr/>
        </p:nvPicPr>
        <p:blipFill rotWithShape="1">
          <a:blip r:embed="rId4"/>
          <a:srcRect b="-6931"/>
          <a:stretch/>
        </p:blipFill>
        <p:spPr>
          <a:xfrm>
            <a:off x="11303724" y="6174735"/>
            <a:ext cx="542837" cy="546740"/>
          </a:xfrm>
          <a:prstGeom prst="rect">
            <a:avLst/>
          </a:prstGeom>
        </p:spPr>
      </p:pic>
      <p:sp>
        <p:nvSpPr>
          <p:cNvPr id="35" name="Slide Number"/>
          <p:cNvSpPr txBox="1"/>
          <p:nvPr/>
        </p:nvSpPr>
        <p:spPr>
          <a:xfrm>
            <a:off x="10362253" y="6357328"/>
            <a:ext cx="451927" cy="184666"/>
          </a:xfrm>
          <a:prstGeom prst="rect">
            <a:avLst/>
          </a:prstGeom>
          <a:noFill/>
        </p:spPr>
        <p:txBody>
          <a:bodyPr wrap="square" lIns="0" tIns="0" rIns="0" bIns="0" anchor="t">
            <a:noAutofit/>
          </a:bodyPr>
          <a:lstStyle/>
          <a:p>
            <a:pPr algn="r"/>
            <a:fld id="{274CC3B9-6596-1243-9665-72A444B9047F}" type="slidenum">
              <a:rPr lang="en-US" sz="1200">
                <a:solidFill>
                  <a:srgbClr val="7F7F7F"/>
                </a:solidFill>
              </a:rPr>
              <a:t>2</a:t>
            </a:fld>
            <a:endParaRPr lang="en-US" sz="1200">
              <a:solidFill>
                <a:srgbClr val="7F7F7F"/>
              </a:solidFill>
            </a:endParaRPr>
          </a:p>
        </p:txBody>
      </p:sp>
    </p:spTree>
    <p:extLst>
      <p:ext uri="{BB962C8B-B14F-4D97-AF65-F5344CB8AC3E}">
        <p14:creationId xmlns:p14="http://schemas.microsoft.com/office/powerpoint/2010/main" val="3684851753"/>
      </p:ext>
    </p:extLst>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graphicFrame>
        <p:nvGraphicFramePr>
          <p:cNvPr id="4" name="Table 3">
            <a:extLst>
              <a:ext uri="{FF2B5EF4-FFF2-40B4-BE49-F238E27FC236}">
                <a16:creationId xmlns:a16="http://schemas.microsoft.com/office/drawing/2014/main" id="{94205F8A-BB7B-D149-7EF7-C2F74980B28C}"/>
              </a:ext>
            </a:extLst>
          </p:cNvPr>
          <p:cNvGraphicFramePr>
            <a:graphicFrameLocks noGrp="1"/>
          </p:cNvGraphicFramePr>
          <p:nvPr>
            <p:extLst>
              <p:ext uri="{D42A27DB-BD31-4B8C-83A1-F6EECF244321}">
                <p14:modId xmlns:p14="http://schemas.microsoft.com/office/powerpoint/2010/main" val="1996016491"/>
              </p:ext>
            </p:extLst>
          </p:nvPr>
        </p:nvGraphicFramePr>
        <p:xfrm>
          <a:off x="470374" y="3986871"/>
          <a:ext cx="11277233" cy="1279252"/>
        </p:xfrm>
        <a:graphic>
          <a:graphicData uri="http://schemas.openxmlformats.org/drawingml/2006/table">
            <a:tbl>
              <a:tblPr firstRow="1" bandRow="1">
                <a:tableStyleId>{5C22544A-7EE6-4342-B048-85BDC9FD1C3A}</a:tableStyleId>
              </a:tblPr>
              <a:tblGrid>
                <a:gridCol w="347728">
                  <a:extLst>
                    <a:ext uri="{9D8B030D-6E8A-4147-A177-3AD203B41FA5}">
                      <a16:colId xmlns:a16="http://schemas.microsoft.com/office/drawing/2014/main" val="1958481612"/>
                    </a:ext>
                  </a:extLst>
                </a:gridCol>
                <a:gridCol w="3377433">
                  <a:extLst>
                    <a:ext uri="{9D8B030D-6E8A-4147-A177-3AD203B41FA5}">
                      <a16:colId xmlns:a16="http://schemas.microsoft.com/office/drawing/2014/main" val="100342586"/>
                    </a:ext>
                  </a:extLst>
                </a:gridCol>
                <a:gridCol w="3994171">
                  <a:extLst>
                    <a:ext uri="{9D8B030D-6E8A-4147-A177-3AD203B41FA5}">
                      <a16:colId xmlns:a16="http://schemas.microsoft.com/office/drawing/2014/main" val="3234661331"/>
                    </a:ext>
                  </a:extLst>
                </a:gridCol>
                <a:gridCol w="3557901">
                  <a:extLst>
                    <a:ext uri="{9D8B030D-6E8A-4147-A177-3AD203B41FA5}">
                      <a16:colId xmlns:a16="http://schemas.microsoft.com/office/drawing/2014/main" val="1650851360"/>
                    </a:ext>
                  </a:extLst>
                </a:gridCol>
              </a:tblGrid>
              <a:tr h="319813">
                <a:tc>
                  <a:txBody>
                    <a:bodyPr/>
                    <a:lstStyle/>
                    <a:p>
                      <a:pPr lvl="0" algn="l">
                        <a:lnSpc>
                          <a:spcPct val="100000"/>
                        </a:lnSpc>
                        <a:spcBef>
                          <a:spcPts val="0"/>
                        </a:spcBef>
                        <a:spcAft>
                          <a:spcPts val="0"/>
                        </a:spcAft>
                        <a:buNone/>
                      </a:pPr>
                      <a:r>
                        <a:rPr lang="en-IN" sz="1200" b="1" i="0" u="none" strike="noStrike" kern="1200" noProof="0" dirty="0">
                          <a:solidFill>
                            <a:srgbClr val="000000"/>
                          </a:solidFill>
                          <a:latin typeface="Aptos"/>
                          <a:ea typeface="+mn-ea"/>
                          <a:cs typeface="+mn-cs"/>
                        </a:rPr>
                        <a:t>#</a:t>
                      </a:r>
                    </a:p>
                  </a:txBody>
                  <a:tcPr anchor="ctr">
                    <a:solidFill>
                      <a:schemeClr val="accent1">
                        <a:lumMod val="20000"/>
                        <a:lumOff val="80000"/>
                      </a:schemeClr>
                    </a:solidFill>
                  </a:tcPr>
                </a:tc>
                <a:tc>
                  <a:txBody>
                    <a:bodyPr/>
                    <a:lstStyle/>
                    <a:p>
                      <a:pPr lvl="0" algn="l">
                        <a:lnSpc>
                          <a:spcPct val="100000"/>
                        </a:lnSpc>
                        <a:spcBef>
                          <a:spcPts val="0"/>
                        </a:spcBef>
                        <a:spcAft>
                          <a:spcPts val="0"/>
                        </a:spcAft>
                        <a:buNone/>
                      </a:pPr>
                      <a:r>
                        <a:rPr lang="en-IN" sz="1200" b="1" i="0" u="none" strike="noStrike" kern="1200" noProof="0" dirty="0">
                          <a:solidFill>
                            <a:srgbClr val="000000"/>
                          </a:solidFill>
                          <a:latin typeface="Aptos"/>
                          <a:ea typeface="+mn-ea"/>
                          <a:cs typeface="+mn-cs"/>
                        </a:rPr>
                        <a:t>Issue</a:t>
                      </a:r>
                      <a:endParaRPr lang="en-US" dirty="0"/>
                    </a:p>
                  </a:txBody>
                  <a:tcPr anchor="ctr">
                    <a:solidFill>
                      <a:schemeClr val="accent1">
                        <a:lumMod val="20000"/>
                        <a:lumOff val="80000"/>
                      </a:schemeClr>
                    </a:solidFill>
                  </a:tcPr>
                </a:tc>
                <a:tc>
                  <a:txBody>
                    <a:bodyPr/>
                    <a:lstStyle/>
                    <a:p>
                      <a:pPr lvl="0" algn="l">
                        <a:lnSpc>
                          <a:spcPct val="100000"/>
                        </a:lnSpc>
                        <a:spcBef>
                          <a:spcPts val="0"/>
                        </a:spcBef>
                        <a:spcAft>
                          <a:spcPts val="0"/>
                        </a:spcAft>
                        <a:buNone/>
                      </a:pPr>
                      <a:r>
                        <a:rPr lang="en-IN" sz="1200" b="1" i="0" u="none" strike="noStrike" kern="1200" noProof="0" dirty="0">
                          <a:solidFill>
                            <a:srgbClr val="000000"/>
                          </a:solidFill>
                        </a:rPr>
                        <a:t>Resolution</a:t>
                      </a:r>
                      <a:endParaRPr lang="en-US" b="1" dirty="0"/>
                    </a:p>
                  </a:txBody>
                  <a:tcPr anchor="ctr">
                    <a:solidFill>
                      <a:schemeClr val="accent1">
                        <a:lumMod val="20000"/>
                        <a:lumOff val="80000"/>
                      </a:schemeClr>
                    </a:solidFill>
                  </a:tcPr>
                </a:tc>
                <a:tc>
                  <a:txBody>
                    <a:bodyPr/>
                    <a:lstStyle/>
                    <a:p>
                      <a:pPr lvl="0" algn="l">
                        <a:lnSpc>
                          <a:spcPct val="100000"/>
                        </a:lnSpc>
                        <a:spcBef>
                          <a:spcPts val="0"/>
                        </a:spcBef>
                        <a:spcAft>
                          <a:spcPts val="0"/>
                        </a:spcAft>
                        <a:buNone/>
                      </a:pPr>
                      <a:r>
                        <a:rPr lang="en-IN" sz="1200" b="1" i="0" u="none" strike="noStrike" kern="1200" noProof="0" dirty="0">
                          <a:solidFill>
                            <a:srgbClr val="000000"/>
                          </a:solidFill>
                        </a:rPr>
                        <a:t>Status</a:t>
                      </a:r>
                      <a:endParaRPr lang="en-US" b="1" dirty="0"/>
                    </a:p>
                  </a:txBody>
                  <a:tcPr anchor="ctr">
                    <a:solidFill>
                      <a:schemeClr val="accent1">
                        <a:lumMod val="20000"/>
                        <a:lumOff val="80000"/>
                      </a:schemeClr>
                    </a:solidFill>
                  </a:tcPr>
                </a:tc>
                <a:extLst>
                  <a:ext uri="{0D108BD9-81ED-4DB2-BD59-A6C34878D82A}">
                    <a16:rowId xmlns:a16="http://schemas.microsoft.com/office/drawing/2014/main" val="1118670131"/>
                  </a:ext>
                </a:extLst>
              </a:tr>
              <a:tr h="959439">
                <a:tc>
                  <a:txBody>
                    <a:bodyPr/>
                    <a:lstStyle/>
                    <a:p>
                      <a:pPr lvl="0" algn="l">
                        <a:lnSpc>
                          <a:spcPct val="100000"/>
                        </a:lnSpc>
                        <a:spcBef>
                          <a:spcPts val="0"/>
                        </a:spcBef>
                        <a:spcAft>
                          <a:spcPts val="0"/>
                        </a:spcAft>
                        <a:buNone/>
                      </a:pPr>
                      <a:endParaRPr lang="en-IN" sz="1200" b="1" i="0" u="none" strike="noStrike" noProof="0" dirty="0">
                        <a:solidFill>
                          <a:srgbClr val="000000"/>
                        </a:solidFill>
                        <a:latin typeface="Aptos"/>
                      </a:endParaRPr>
                    </a:p>
                  </a:txBody>
                  <a:tcPr anchor="ctr">
                    <a:solidFill>
                      <a:schemeClr val="bg2"/>
                    </a:solidFill>
                  </a:tcPr>
                </a:tc>
                <a:tc>
                  <a:txBody>
                    <a:bodyPr/>
                    <a:lstStyle/>
                    <a:p>
                      <a:pPr lvl="0" algn="l">
                        <a:lnSpc>
                          <a:spcPct val="100000"/>
                        </a:lnSpc>
                        <a:spcBef>
                          <a:spcPts val="0"/>
                        </a:spcBef>
                        <a:spcAft>
                          <a:spcPts val="0"/>
                        </a:spcAft>
                        <a:buNone/>
                      </a:pPr>
                      <a:r>
                        <a:rPr lang="en-IN" sz="1100" b="0" i="0" u="none" strike="noStrike" noProof="0" dirty="0">
                          <a:solidFill>
                            <a:srgbClr val="000000"/>
                          </a:solidFill>
                          <a:latin typeface="Aptos"/>
                        </a:rPr>
                        <a:t>Working on updating pricing for existing SO and Invoice records.</a:t>
                      </a:r>
                      <a:endParaRPr lang="en-US" sz="1100" b="0" i="0" u="none" strike="noStrike" noProof="0" dirty="0">
                        <a:solidFill>
                          <a:srgbClr val="000000"/>
                        </a:solidFill>
                        <a:latin typeface="Aptos"/>
                      </a:endParaRPr>
                    </a:p>
                  </a:txBody>
                  <a:tcPr anchor="ctr">
                    <a:solidFill>
                      <a:schemeClr val="bg2"/>
                    </a:solidFill>
                  </a:tcPr>
                </a:tc>
                <a:tc>
                  <a:txBody>
                    <a:bodyPr/>
                    <a:lstStyle/>
                    <a:p>
                      <a:pPr lvl="0" algn="l">
                        <a:lnSpc>
                          <a:spcPct val="100000"/>
                        </a:lnSpc>
                        <a:spcBef>
                          <a:spcPts val="0"/>
                        </a:spcBef>
                        <a:spcAft>
                          <a:spcPts val="0"/>
                        </a:spcAft>
                        <a:buNone/>
                      </a:pPr>
                      <a:r>
                        <a:rPr lang="en-US" sz="1100" b="0" i="0" u="none" strike="noStrike" noProof="0" dirty="0">
                          <a:solidFill>
                            <a:schemeClr val="dk1"/>
                          </a:solidFill>
                          <a:latin typeface="Aptos"/>
                        </a:rPr>
                        <a:t>Preparing to update previously loaded SO and Invoice records with the latest product pricing.</a:t>
                      </a:r>
                      <a:endParaRPr lang="en-US" sz="1100" b="0" i="0" u="none" strike="noStrike" noProof="0" dirty="0">
                        <a:solidFill>
                          <a:srgbClr val="000000"/>
                        </a:solidFill>
                        <a:latin typeface="Aptos"/>
                      </a:endParaRPr>
                    </a:p>
                    <a:p>
                      <a:pPr lvl="0" algn="l">
                        <a:lnSpc>
                          <a:spcPct val="100000"/>
                        </a:lnSpc>
                        <a:spcBef>
                          <a:spcPts val="0"/>
                        </a:spcBef>
                        <a:spcAft>
                          <a:spcPts val="0"/>
                        </a:spcAft>
                        <a:buNone/>
                      </a:pPr>
                      <a:endParaRPr lang="en-US" dirty="0"/>
                    </a:p>
                  </a:txBody>
                  <a:tcPr anchor="ctr">
                    <a:solidFill>
                      <a:schemeClr val="bg2"/>
                    </a:solidFill>
                  </a:tcPr>
                </a:tc>
                <a:tc>
                  <a:txBody>
                    <a:bodyPr/>
                    <a:lstStyle/>
                    <a:p>
                      <a:pPr lvl="0" algn="l">
                        <a:lnSpc>
                          <a:spcPct val="100000"/>
                        </a:lnSpc>
                        <a:spcBef>
                          <a:spcPts val="0"/>
                        </a:spcBef>
                        <a:spcAft>
                          <a:spcPts val="0"/>
                        </a:spcAft>
                        <a:buNone/>
                      </a:pPr>
                      <a:r>
                        <a:rPr lang="en-US" sz="1100" b="0" i="0" u="none" strike="noStrike" noProof="0" dirty="0">
                          <a:solidFill>
                            <a:srgbClr val="000000"/>
                          </a:solidFill>
                          <a:latin typeface="Aptos"/>
                        </a:rPr>
                        <a:t>In Progress</a:t>
                      </a:r>
                    </a:p>
                    <a:p>
                      <a:pPr lvl="0">
                        <a:buNone/>
                      </a:pPr>
                      <a:endParaRPr lang="en-US" dirty="0"/>
                    </a:p>
                  </a:txBody>
                  <a:tcPr anchor="ctr">
                    <a:solidFill>
                      <a:schemeClr val="bg2"/>
                    </a:solidFill>
                  </a:tcPr>
                </a:tc>
                <a:extLst>
                  <a:ext uri="{0D108BD9-81ED-4DB2-BD59-A6C34878D82A}">
                    <a16:rowId xmlns:a16="http://schemas.microsoft.com/office/drawing/2014/main" val="3716856615"/>
                  </a:ext>
                </a:extLst>
              </a:tr>
            </a:tbl>
          </a:graphicData>
        </a:graphic>
      </p:graphicFrame>
      <p:sp>
        <p:nvSpPr>
          <p:cNvPr id="5" name="TextBox 4">
            <a:extLst>
              <a:ext uri="{FF2B5EF4-FFF2-40B4-BE49-F238E27FC236}">
                <a16:creationId xmlns:a16="http://schemas.microsoft.com/office/drawing/2014/main" id="{FCD7571D-5261-81FB-3E32-DF8B404CDA72}"/>
              </a:ext>
            </a:extLst>
          </p:cNvPr>
          <p:cNvSpPr txBox="1"/>
          <p:nvPr/>
        </p:nvSpPr>
        <p:spPr>
          <a:xfrm>
            <a:off x="470374" y="3711601"/>
            <a:ext cx="11253929" cy="275270"/>
          </a:xfrm>
          <a:prstGeom prst="rect">
            <a:avLst/>
          </a:prstGeom>
          <a:solidFill>
            <a:schemeClr val="accent1">
              <a:lumMod val="75000"/>
            </a:schemeClr>
          </a:solidFill>
        </p:spPr>
        <p:txBody>
          <a:bodyPr wrap="square" lIns="91440" tIns="45720" rIns="91440" bIns="45720" rtlCol="0" anchor="t">
            <a:spAutoFit/>
          </a:bodyPr>
          <a:lstStyle/>
          <a:p>
            <a:r>
              <a:rPr lang="en-IN" sz="1200" b="1">
                <a:solidFill>
                  <a:schemeClr val="bg1"/>
                </a:solidFill>
                <a:ea typeface="+mn-lt"/>
                <a:cs typeface="+mn-lt"/>
              </a:rPr>
              <a:t>Issues Resolved Last Week</a:t>
            </a:r>
            <a:endParaRPr lang="en-US" b="1">
              <a:solidFill>
                <a:schemeClr val="bg1"/>
              </a:solidFill>
            </a:endParaRPr>
          </a:p>
        </p:txBody>
      </p:sp>
      <p:sp>
        <p:nvSpPr>
          <p:cNvPr id="3" name="TextBox 2">
            <a:extLst>
              <a:ext uri="{FF2B5EF4-FFF2-40B4-BE49-F238E27FC236}">
                <a16:creationId xmlns:a16="http://schemas.microsoft.com/office/drawing/2014/main" id="{FC1BE34A-E4A2-5EB8-085D-C22E7D25DA3F}"/>
              </a:ext>
            </a:extLst>
          </p:cNvPr>
          <p:cNvSpPr txBox="1"/>
          <p:nvPr/>
        </p:nvSpPr>
        <p:spPr>
          <a:xfrm>
            <a:off x="472598" y="1698202"/>
            <a:ext cx="11286374" cy="276999"/>
          </a:xfrm>
          <a:prstGeom prst="rect">
            <a:avLst/>
          </a:prstGeom>
          <a:solidFill>
            <a:schemeClr val="accent1">
              <a:lumMod val="75000"/>
            </a:schemeClr>
          </a:solidFill>
        </p:spPr>
        <p:txBody>
          <a:bodyPr wrap="square" lIns="91440" tIns="45720" rIns="91440" bIns="45720" rtlCol="0" anchor="t">
            <a:spAutoFit/>
          </a:bodyPr>
          <a:lstStyle/>
          <a:p>
            <a:pPr algn="ctr"/>
            <a:r>
              <a:rPr lang="en-IN" sz="1200" b="1" dirty="0">
                <a:solidFill>
                  <a:schemeClr val="bg1"/>
                </a:solidFill>
              </a:rPr>
              <a:t>Daily</a:t>
            </a:r>
            <a:r>
              <a:rPr lang="en-IN" sz="1200" b="1" dirty="0">
                <a:solidFill>
                  <a:schemeClr val="bg1"/>
                </a:solidFill>
                <a:ea typeface="+mn-lt"/>
                <a:cs typeface="+mn-lt"/>
              </a:rPr>
              <a:t> CRM &amp; Database Operations</a:t>
            </a:r>
            <a:endParaRPr lang="en-IN" sz="1200" b="1" dirty="0">
              <a:solidFill>
                <a:schemeClr val="bg1"/>
              </a:solidFill>
            </a:endParaRPr>
          </a:p>
        </p:txBody>
      </p:sp>
      <p:graphicFrame>
        <p:nvGraphicFramePr>
          <p:cNvPr id="9" name="Table 8">
            <a:extLst>
              <a:ext uri="{FF2B5EF4-FFF2-40B4-BE49-F238E27FC236}">
                <a16:creationId xmlns:a16="http://schemas.microsoft.com/office/drawing/2014/main" id="{B3C76E00-33F2-45F8-EFC7-DED0DB5CC4E8}"/>
              </a:ext>
            </a:extLst>
          </p:cNvPr>
          <p:cNvGraphicFramePr>
            <a:graphicFrameLocks noGrp="1"/>
          </p:cNvGraphicFramePr>
          <p:nvPr>
            <p:extLst>
              <p:ext uri="{D42A27DB-BD31-4B8C-83A1-F6EECF244321}">
                <p14:modId xmlns:p14="http://schemas.microsoft.com/office/powerpoint/2010/main" val="3849934309"/>
              </p:ext>
            </p:extLst>
          </p:nvPr>
        </p:nvGraphicFramePr>
        <p:xfrm>
          <a:off x="465667" y="1975203"/>
          <a:ext cx="11300236" cy="1371600"/>
        </p:xfrm>
        <a:graphic>
          <a:graphicData uri="http://schemas.openxmlformats.org/drawingml/2006/table">
            <a:tbl>
              <a:tblPr firstRow="1" bandRow="1">
                <a:tableStyleId>{5C22544A-7EE6-4342-B048-85BDC9FD1C3A}</a:tableStyleId>
              </a:tblPr>
              <a:tblGrid>
                <a:gridCol w="3166973">
                  <a:extLst>
                    <a:ext uri="{9D8B030D-6E8A-4147-A177-3AD203B41FA5}">
                      <a16:colId xmlns:a16="http://schemas.microsoft.com/office/drawing/2014/main" val="1958481612"/>
                    </a:ext>
                  </a:extLst>
                </a:gridCol>
                <a:gridCol w="2276700">
                  <a:extLst>
                    <a:ext uri="{9D8B030D-6E8A-4147-A177-3AD203B41FA5}">
                      <a16:colId xmlns:a16="http://schemas.microsoft.com/office/drawing/2014/main" val="3234661331"/>
                    </a:ext>
                  </a:extLst>
                </a:gridCol>
                <a:gridCol w="5856563">
                  <a:extLst>
                    <a:ext uri="{9D8B030D-6E8A-4147-A177-3AD203B41FA5}">
                      <a16:colId xmlns:a16="http://schemas.microsoft.com/office/drawing/2014/main" val="1650851360"/>
                    </a:ext>
                  </a:extLst>
                </a:gridCol>
              </a:tblGrid>
              <a:tr h="266616">
                <a:tc>
                  <a:txBody>
                    <a:bodyPr/>
                    <a:lstStyle/>
                    <a:p>
                      <a:r>
                        <a:rPr lang="en-IN" sz="1200" b="1" kern="1200">
                          <a:solidFill>
                            <a:schemeClr val="tx1"/>
                          </a:solidFill>
                          <a:latin typeface="+mn-lt"/>
                          <a:ea typeface="+mn-ea"/>
                          <a:cs typeface="+mn-cs"/>
                        </a:rPr>
                        <a:t>Workstream</a:t>
                      </a:r>
                    </a:p>
                  </a:txBody>
                  <a:tcPr anchor="ctr">
                    <a:solidFill>
                      <a:schemeClr val="accent1">
                        <a:lumMod val="20000"/>
                        <a:lumOff val="80000"/>
                      </a:schemeClr>
                    </a:solidFill>
                  </a:tcPr>
                </a:tc>
                <a:tc>
                  <a:txBody>
                    <a:bodyPr/>
                    <a:lstStyle/>
                    <a:p>
                      <a:pPr marL="0" algn="l" defTabSz="914400" rtl="0" eaLnBrk="1" latinLnBrk="0" hangingPunct="1"/>
                      <a:r>
                        <a:rPr lang="en-IN" sz="1200" b="1" kern="1200">
                          <a:solidFill>
                            <a:schemeClr val="tx1"/>
                          </a:solidFill>
                          <a:latin typeface="+mn-lt"/>
                          <a:ea typeface="+mn-ea"/>
                          <a:cs typeface="+mn-cs"/>
                        </a:rPr>
                        <a:t>Status</a:t>
                      </a:r>
                    </a:p>
                  </a:txBody>
                  <a:tcPr anchor="ctr">
                    <a:solidFill>
                      <a:schemeClr val="accent1">
                        <a:lumMod val="20000"/>
                        <a:lumOff val="80000"/>
                      </a:schemeClr>
                    </a:solidFill>
                  </a:tcPr>
                </a:tc>
                <a:tc>
                  <a:txBody>
                    <a:bodyPr/>
                    <a:lstStyle/>
                    <a:p>
                      <a:pPr marL="0" algn="l" defTabSz="914400" rtl="0" eaLnBrk="1" latinLnBrk="0" hangingPunct="1"/>
                      <a:r>
                        <a:rPr lang="en-IN" sz="1200" b="1" kern="1200">
                          <a:solidFill>
                            <a:schemeClr val="tx1"/>
                          </a:solidFill>
                          <a:latin typeface="+mn-lt"/>
                          <a:ea typeface="+mn-ea"/>
                          <a:cs typeface="+mn-cs"/>
                        </a:rPr>
                        <a:t>Description</a:t>
                      </a:r>
                    </a:p>
                  </a:txBody>
                  <a:tcPr anchor="ctr">
                    <a:solidFill>
                      <a:schemeClr val="accent1">
                        <a:lumMod val="20000"/>
                        <a:lumOff val="80000"/>
                      </a:schemeClr>
                    </a:solidFill>
                  </a:tcPr>
                </a:tc>
                <a:extLst>
                  <a:ext uri="{0D108BD9-81ED-4DB2-BD59-A6C34878D82A}">
                    <a16:rowId xmlns:a16="http://schemas.microsoft.com/office/drawing/2014/main" val="1118670131"/>
                  </a:ext>
                </a:extLst>
              </a:tr>
              <a:tr h="266616">
                <a:tc>
                  <a:txBody>
                    <a:bodyPr/>
                    <a:lstStyle/>
                    <a:p>
                      <a:r>
                        <a:rPr lang="en-IN" sz="1200"/>
                        <a:t>Daily Data loads</a:t>
                      </a:r>
                    </a:p>
                  </a:txBody>
                  <a:tcPr anchor="ctr">
                    <a:solidFill>
                      <a:schemeClr val="bg2"/>
                    </a:solidFill>
                  </a:tcPr>
                </a:tc>
                <a:tc>
                  <a:txBody>
                    <a:bodyPr/>
                    <a:lstStyle/>
                    <a:p>
                      <a:r>
                        <a:rPr lang="en-IN" sz="1200"/>
                        <a:t>🟢 On Going</a:t>
                      </a:r>
                    </a:p>
                  </a:txBody>
                  <a:tcPr anchor="ctr">
                    <a:solidFill>
                      <a:schemeClr val="bg2"/>
                    </a:solidFill>
                  </a:tcPr>
                </a:tc>
                <a:tc>
                  <a:txBody>
                    <a:bodyPr/>
                    <a:lstStyle/>
                    <a:p>
                      <a:pPr>
                        <a:buNone/>
                      </a:pPr>
                      <a:r>
                        <a:rPr lang="en-IN" sz="1200"/>
                        <a:t>Promo report sent to Amber and Christa</a:t>
                      </a:r>
                    </a:p>
                  </a:txBody>
                  <a:tcPr anchor="ctr">
                    <a:solidFill>
                      <a:schemeClr val="bg2"/>
                    </a:solidFill>
                  </a:tcPr>
                </a:tc>
                <a:extLst>
                  <a:ext uri="{0D108BD9-81ED-4DB2-BD59-A6C34878D82A}">
                    <a16:rowId xmlns:a16="http://schemas.microsoft.com/office/drawing/2014/main" val="3716856615"/>
                  </a:ext>
                </a:extLst>
              </a:tr>
              <a:tr h="266616">
                <a:tc>
                  <a:txBody>
                    <a:bodyPr/>
                    <a:lstStyle/>
                    <a:p>
                      <a:r>
                        <a:rPr lang="en-IN" sz="1200" dirty="0"/>
                        <a:t>Daily CRM Loads</a:t>
                      </a:r>
                    </a:p>
                  </a:txBody>
                  <a:tcPr anchor="ctr">
                    <a:solidFill>
                      <a:schemeClr val="bg2"/>
                    </a:solidFill>
                  </a:tcPr>
                </a:tc>
                <a:tc>
                  <a:txBody>
                    <a:bodyPr/>
                    <a:lstStyle/>
                    <a:p>
                      <a:pPr>
                        <a:buNone/>
                      </a:pPr>
                      <a:r>
                        <a:rPr lang="en-IN" sz="1200"/>
                        <a:t>🟢 On Going</a:t>
                      </a:r>
                    </a:p>
                  </a:txBody>
                  <a:tcPr anchor="ctr">
                    <a:solidFill>
                      <a:schemeClr val="bg2"/>
                    </a:solidFill>
                  </a:tcPr>
                </a:tc>
                <a:tc>
                  <a:txBody>
                    <a:bodyPr/>
                    <a:lstStyle/>
                    <a:p>
                      <a:pPr>
                        <a:buNone/>
                      </a:pPr>
                      <a:r>
                        <a:rPr lang="en-IN" sz="1200" dirty="0"/>
                        <a:t>Daily data loads</a:t>
                      </a:r>
                    </a:p>
                  </a:txBody>
                  <a:tcPr anchor="ctr">
                    <a:solidFill>
                      <a:schemeClr val="bg2"/>
                    </a:solidFill>
                  </a:tcPr>
                </a:tc>
                <a:extLst>
                  <a:ext uri="{0D108BD9-81ED-4DB2-BD59-A6C34878D82A}">
                    <a16:rowId xmlns:a16="http://schemas.microsoft.com/office/drawing/2014/main" val="2179346493"/>
                  </a:ext>
                </a:extLst>
              </a:tr>
              <a:tr h="266616">
                <a:tc>
                  <a:txBody>
                    <a:bodyPr/>
                    <a:lstStyle/>
                    <a:p>
                      <a:r>
                        <a:rPr lang="en-IN" sz="1200" dirty="0"/>
                        <a:t>Prospect Loads</a:t>
                      </a:r>
                    </a:p>
                  </a:txBody>
                  <a:tcPr anchor="ctr">
                    <a:solidFill>
                      <a:schemeClr val="bg2"/>
                    </a:solidFill>
                  </a:tcPr>
                </a:tc>
                <a:tc>
                  <a:txBody>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lang="en-IN" sz="1200"/>
                        <a:t>🟢 On Going</a:t>
                      </a:r>
                    </a:p>
                  </a:txBody>
                  <a:tcPr anchor="ctr">
                    <a:solidFill>
                      <a:schemeClr val="bg2"/>
                    </a:solidFill>
                  </a:tcPr>
                </a:tc>
                <a:tc>
                  <a:txBody>
                    <a:bodyPr/>
                    <a:lstStyle/>
                    <a:p>
                      <a:pPr>
                        <a:buNone/>
                      </a:pPr>
                      <a:r>
                        <a:rPr lang="en-IN" sz="1200"/>
                        <a:t>Weekly prospect loads</a:t>
                      </a:r>
                    </a:p>
                  </a:txBody>
                  <a:tcPr anchor="ctr">
                    <a:solidFill>
                      <a:schemeClr val="bg2"/>
                    </a:solidFill>
                  </a:tcPr>
                </a:tc>
                <a:extLst>
                  <a:ext uri="{0D108BD9-81ED-4DB2-BD59-A6C34878D82A}">
                    <a16:rowId xmlns:a16="http://schemas.microsoft.com/office/drawing/2014/main" val="2551881549"/>
                  </a:ext>
                </a:extLst>
              </a:tr>
              <a:tr h="266616">
                <a:tc>
                  <a:txBody>
                    <a:bodyPr/>
                    <a:lstStyle/>
                    <a:p>
                      <a:pPr lvl="0">
                        <a:buNone/>
                      </a:pPr>
                      <a:r>
                        <a:rPr lang="en-IN" sz="1200"/>
                        <a:t>Promotion Report </a:t>
                      </a:r>
                    </a:p>
                  </a:txBody>
                  <a:tcPr anchor="ctr">
                    <a:solidFill>
                      <a:schemeClr val="bg2"/>
                    </a:solidFill>
                  </a:tcPr>
                </a:tc>
                <a:tc>
                  <a:txBody>
                    <a:bodyPr/>
                    <a:lstStyle/>
                    <a:p>
                      <a:pPr marL="0" lvl="0" indent="0" algn="l">
                        <a:lnSpc>
                          <a:spcPct val="100000"/>
                        </a:lnSpc>
                        <a:spcBef>
                          <a:spcPts val="0"/>
                        </a:spcBef>
                        <a:spcAft>
                          <a:spcPts val="0"/>
                        </a:spcAft>
                        <a:buNone/>
                      </a:pPr>
                      <a:r>
                        <a:rPr lang="en-IN" sz="1200" b="0" i="0" u="none" strike="noStrike" noProof="0">
                          <a:solidFill>
                            <a:srgbClr val="000000"/>
                          </a:solidFill>
                          <a:latin typeface="Aptos"/>
                        </a:rPr>
                        <a:t>🟢 On Going</a:t>
                      </a:r>
                      <a:endParaRPr lang="en-US"/>
                    </a:p>
                  </a:txBody>
                  <a:tcPr anchor="ctr">
                    <a:solidFill>
                      <a:schemeClr val="bg2"/>
                    </a:solidFill>
                  </a:tcPr>
                </a:tc>
                <a:tc>
                  <a:txBody>
                    <a:bodyPr/>
                    <a:lstStyle/>
                    <a:p>
                      <a:pPr lvl="0">
                        <a:buNone/>
                      </a:pPr>
                      <a:r>
                        <a:rPr lang="en-IN" sz="1200" dirty="0"/>
                        <a:t>Daily promotion report</a:t>
                      </a:r>
                    </a:p>
                  </a:txBody>
                  <a:tcPr anchor="ctr">
                    <a:solidFill>
                      <a:schemeClr val="bg2"/>
                    </a:solidFill>
                  </a:tcPr>
                </a:tc>
                <a:extLst>
                  <a:ext uri="{0D108BD9-81ED-4DB2-BD59-A6C34878D82A}">
                    <a16:rowId xmlns:a16="http://schemas.microsoft.com/office/drawing/2014/main" val="1855601477"/>
                  </a:ext>
                </a:extLst>
              </a:tr>
            </a:tbl>
          </a:graphicData>
        </a:graphic>
      </p:graphicFrame>
      <p:pic>
        <p:nvPicPr>
          <p:cNvPr id="7" name="Picture 6">
            <a:extLst>
              <a:ext uri="{FF2B5EF4-FFF2-40B4-BE49-F238E27FC236}">
                <a16:creationId xmlns:a16="http://schemas.microsoft.com/office/drawing/2014/main" id="{DEE9A577-D397-2665-7C52-4D1C367E6B5C}"/>
              </a:ext>
            </a:extLst>
          </p:cNvPr>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8565903" y="110000"/>
            <a:ext cx="3200000" cy="520426"/>
          </a:xfrm>
          <a:prstGeom prst="rect">
            <a:avLst/>
          </a:prstGeom>
        </p:spPr>
      </p:pic>
      <p:cxnSp>
        <p:nvCxnSpPr>
          <p:cNvPr id="10" name="Top Line"/>
          <p:cNvCxnSpPr/>
          <p:nvPr/>
        </p:nvCxnSpPr>
        <p:spPr>
          <a:xfrm flipH="1">
            <a:off x="465667" y="821095"/>
            <a:ext cx="11300236" cy="0"/>
          </a:xfrm>
          <a:prstGeom prst="line">
            <a:avLst/>
          </a:prstGeom>
          <a:ln w="12700">
            <a:solidFill>
              <a:srgbClr val="F4B183"/>
            </a:solidFill>
          </a:ln>
        </p:spPr>
      </p:cxnSp>
      <p:cxnSp>
        <p:nvCxnSpPr>
          <p:cNvPr id="11" name="Bottom Line"/>
          <p:cNvCxnSpPr/>
          <p:nvPr/>
        </p:nvCxnSpPr>
        <p:spPr>
          <a:xfrm flipH="1">
            <a:off x="465668" y="6071330"/>
            <a:ext cx="10923693" cy="0"/>
          </a:xfrm>
          <a:prstGeom prst="line">
            <a:avLst/>
          </a:prstGeom>
          <a:ln w="12700">
            <a:solidFill>
              <a:srgbClr val="F4B183"/>
            </a:solidFill>
          </a:ln>
        </p:spPr>
      </p:cxnSp>
      <p:pic>
        <p:nvPicPr>
          <p:cNvPr id="12" name="DP Arrow" descr="DataPattern arrow mark"/>
          <p:cNvPicPr>
            <a:picLocks noChangeAspect="1"/>
          </p:cNvPicPr>
          <p:nvPr/>
        </p:nvPicPr>
        <p:blipFill rotWithShape="1">
          <a:blip r:embed="rId3"/>
          <a:srcRect b="-6931"/>
          <a:stretch/>
        </p:blipFill>
        <p:spPr>
          <a:xfrm>
            <a:off x="11303724" y="6174735"/>
            <a:ext cx="542837" cy="546740"/>
          </a:xfrm>
          <a:prstGeom prst="rect">
            <a:avLst/>
          </a:prstGeom>
        </p:spPr>
      </p:pic>
      <p:sp>
        <p:nvSpPr>
          <p:cNvPr id="13" name="Slide Number"/>
          <p:cNvSpPr txBox="1"/>
          <p:nvPr/>
        </p:nvSpPr>
        <p:spPr>
          <a:xfrm>
            <a:off x="10362253" y="6357328"/>
            <a:ext cx="451927" cy="184666"/>
          </a:xfrm>
          <a:prstGeom prst="rect">
            <a:avLst/>
          </a:prstGeom>
          <a:noFill/>
        </p:spPr>
        <p:txBody>
          <a:bodyPr wrap="square" lIns="0" tIns="0" rIns="0" bIns="0" anchor="t">
            <a:noAutofit/>
          </a:bodyPr>
          <a:lstStyle/>
          <a:p>
            <a:pPr algn="r"/>
            <a:fld id="{274CC3B9-6596-1243-9665-72A444B9047F}" type="slidenum">
              <a:rPr lang="en-US" sz="1200">
                <a:solidFill>
                  <a:srgbClr val="7F7F7F"/>
                </a:solidFill>
              </a:rPr>
              <a:t>3</a:t>
            </a:fld>
            <a:endParaRPr lang="en-US" sz="1200">
              <a:solidFill>
                <a:srgbClr val="7F7F7F"/>
              </a:solidFill>
            </a:endParaRPr>
          </a:p>
        </p:txBody>
      </p:sp>
    </p:spTree>
    <p:extLst>
      <p:ext uri="{BB962C8B-B14F-4D97-AF65-F5344CB8AC3E}">
        <p14:creationId xmlns:p14="http://schemas.microsoft.com/office/powerpoint/2010/main" val="608338154"/>
      </p:ext>
    </p:extLst>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0E2841"/>
      </a:dk2>
      <a:lt2>
        <a:srgbClr val="E8E8E8"/>
      </a:lt2>
      <a:accent1>
        <a:srgbClr val="156082"/>
      </a:accent1>
      <a:accent2>
        <a:srgbClr val="E97132"/>
      </a:accent2>
      <a:accent3>
        <a:srgbClr val="196B24"/>
      </a:accent3>
      <a:accent4>
        <a:srgbClr val="0F9ED5"/>
      </a:accent4>
      <a:accent5>
        <a:srgbClr val="A02B93"/>
      </a:accent5>
      <a:accent6>
        <a:srgbClr val="4EA72E"/>
      </a:accent6>
      <a:hlink>
        <a:srgbClr val="467886"/>
      </a:hlink>
      <a:folHlink>
        <a:srgbClr val="96607D"/>
      </a:folHlink>
    </a:clrScheme>
    <a:fontScheme name="Office">
      <a:majorFont>
        <a:latin typeface="Aptos Display" panose="0211000402020202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Aptos" panose="0211000402020202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12700" cap="flat" cmpd="sng" algn="ctr">
          <a:solidFill>
            <a:schemeClr val="phClr"/>
          </a:solidFill>
          <a:prstDash val="solid"/>
          <a:miter lim="800000"/>
        </a:ln>
        <a:ln w="19050" cap="flat" cmpd="sng" algn="ctr">
          <a:solidFill>
            <a:schemeClr val="phClr"/>
          </a:solidFill>
          <a:prstDash val="solid"/>
          <a:miter lim="800000"/>
        </a:ln>
        <a:ln w="2540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lnDef>
      <a:spPr/>
      <a:bodyPr/>
      <a:lstStyle/>
      <a:style>
        <a:lnRef idx="2">
          <a:schemeClr val="accent1"/>
        </a:lnRef>
        <a:fillRef idx="0">
          <a:schemeClr val="accent1"/>
        </a:fillRef>
        <a:effectRef idx="1">
          <a:schemeClr val="accent1"/>
        </a:effectRef>
        <a:fontRef idx="minor">
          <a:schemeClr val="tx1"/>
        </a:fontRef>
      </a:style>
    </a:lnDef>
  </a:objectDefaults>
  <a:extraClrSchemeLst/>
  <a:extLst>
    <a:ext uri="{05A4C25C-085E-4340-85A3-A5531E510DB2}">
      <thm15:themeFamily xmlns:thm15="http://schemas.microsoft.com/office/thememl/2012/main" name="Office Theme" id="{2E142A2C-CD16-42D6-873A-C26D2A0506FA}" vid="{1BDDFF52-6CD6-40A5-AB3C-68EB2F1E4D0A}"/>
    </a:ext>
  </a:ext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0E2841"/>
      </a:dk2>
      <a:lt2>
        <a:srgbClr val="E8E8E8"/>
      </a:lt2>
      <a:accent1>
        <a:srgbClr val="156082"/>
      </a:accent1>
      <a:accent2>
        <a:srgbClr val="E97132"/>
      </a:accent2>
      <a:accent3>
        <a:srgbClr val="196B24"/>
      </a:accent3>
      <a:accent4>
        <a:srgbClr val="0F9ED5"/>
      </a:accent4>
      <a:accent5>
        <a:srgbClr val="A02B93"/>
      </a:accent5>
      <a:accent6>
        <a:srgbClr val="4EA72E"/>
      </a:accent6>
      <a:hlink>
        <a:srgbClr val="467886"/>
      </a:hlink>
      <a:folHlink>
        <a:srgbClr val="96607D"/>
      </a:folHlink>
    </a:clrScheme>
    <a:fontScheme name="Office">
      <a:majorFont>
        <a:latin typeface="Aptos Display" panose="0211000402020202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Aptos" panose="0211000402020202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12700" cap="flat" cmpd="sng" algn="ctr">
          <a:solidFill>
            <a:schemeClr val="phClr"/>
          </a:solidFill>
          <a:prstDash val="solid"/>
          <a:miter lim="800000"/>
        </a:ln>
        <a:ln w="19050" cap="flat" cmpd="sng" algn="ctr">
          <a:solidFill>
            <a:schemeClr val="phClr"/>
          </a:solidFill>
          <a:prstDash val="solid"/>
          <a:miter lim="800000"/>
        </a:ln>
        <a:ln w="2540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lnDef>
      <a:spPr/>
      <a:bodyPr/>
      <a:lstStyle/>
      <a:style>
        <a:lnRef idx="2">
          <a:schemeClr val="accent1"/>
        </a:lnRef>
        <a:fillRef idx="0">
          <a:schemeClr val="accent1"/>
        </a:fillRef>
        <a:effectRef idx="1">
          <a:schemeClr val="accent1"/>
        </a:effectRef>
        <a:fontRef idx="minor">
          <a:schemeClr val="tx1"/>
        </a:fontRef>
      </a:style>
    </a:lnDef>
  </a:objectDefaults>
  <a:extraClrSchemeLst/>
  <a:extLst>
    <a:ext uri="{05A4C25C-085E-4340-85A3-A5531E510DB2}">
      <thm15:themeFamily xmlns:thm15="http://schemas.microsoft.com/office/thememl/2012/main" name="Office Theme" id="{2E142A2C-CD16-42D6-873A-C26D2A0506FA}" vid="{1BDDFF52-6CD6-40A5-AB3C-68EB2F1E4D0A}"/>
    </a:ext>
  </a:extLst>
</a:theme>
</file>

<file path=customXml/_rels/item1.xml.rels><?xml version="1.0" encoding="UTF-8" standalone="yes"?>
<Relationships xmlns="http://schemas.openxmlformats.org/package/2006/relationships"><Relationship Id="rId1" Type="http://schemas.openxmlformats.org/officeDocument/2006/relationships/customXmlProps" Target="itemProps1.xml"/></Relationships>
</file>

<file path=customXml/_rels/item2.xml.rels><?xml version="1.0" encoding="UTF-8" standalone="yes"?>
<Relationships xmlns="http://schemas.openxmlformats.org/package/2006/relationships"><Relationship Id="rId1" Type="http://schemas.openxmlformats.org/officeDocument/2006/relationships/customXmlProps" Target="itemProps2.xml"/></Relationships>
</file>

<file path=customXml/_rels/item3.xml.rels><?xml version="1.0" encoding="UTF-8" standalone="yes"?>
<Relationships xmlns="http://schemas.openxmlformats.org/package/2006/relationships"><Relationship Id="rId1" Type="http://schemas.openxmlformats.org/officeDocument/2006/relationships/customXmlProps" Target="itemProps3.xml"/></Relationships>
</file>

<file path=customXml/item1.xml><?xml version="1.0" encoding="utf-8"?>
<ct:contentTypeSchema xmlns:ct="http://schemas.microsoft.com/office/2006/metadata/contentType" xmlns:ma="http://schemas.microsoft.com/office/2006/metadata/properties/metaAttributes" ct:_="" ma:_="" ma:contentTypeName="Document" ma:contentTypeID="0x010100F46F53D10ED2494E85784A8CE25A0CDB" ma:contentTypeVersion="15" ma:contentTypeDescription="Create a new document." ma:contentTypeScope="" ma:versionID="7f696385fd1a16a24be337595ac7953e">
  <xsd:schema xmlns:xsd="http://www.w3.org/2001/XMLSchema" xmlns:xs="http://www.w3.org/2001/XMLSchema" xmlns:p="http://schemas.microsoft.com/office/2006/metadata/properties" xmlns:ns3="54574dc4-0a6a-43c2-9215-3f0955ed7f53" xmlns:ns4="c8f3b0bf-3c55-45d8-8856-7ec3cdf42ddb" targetNamespace="http://schemas.microsoft.com/office/2006/metadata/properties" ma:root="true" ma:fieldsID="50fa0432a46bed3fde2e2f7ef75d525a" ns3:_="" ns4:_="">
    <xsd:import namespace="54574dc4-0a6a-43c2-9215-3f0955ed7f53"/>
    <xsd:import namespace="c8f3b0bf-3c55-45d8-8856-7ec3cdf42ddb"/>
    <xsd:element name="properties">
      <xsd:complexType>
        <xsd:sequence>
          <xsd:element name="documentManagement">
            <xsd:complexType>
              <xsd:all>
                <xsd:element ref="ns3:MediaServiceMetadata" minOccurs="0"/>
                <xsd:element ref="ns3:MediaServiceFastMetadata" minOccurs="0"/>
                <xsd:element ref="ns3:MediaServiceObjectDetectorVersions" minOccurs="0"/>
                <xsd:element ref="ns3:_activity" minOccurs="0"/>
                <xsd:element ref="ns4:SharedWithUsers" minOccurs="0"/>
                <xsd:element ref="ns4:SharedWithDetails" minOccurs="0"/>
                <xsd:element ref="ns4:SharingHintHash" minOccurs="0"/>
                <xsd:element ref="ns3:MediaServiceDateTaken" minOccurs="0"/>
                <xsd:element ref="ns3:MediaServiceAutoTags" minOccurs="0"/>
                <xsd:element ref="ns3:MediaLengthInSeconds" minOccurs="0"/>
                <xsd:element ref="ns3:MediaServiceGenerationTime" minOccurs="0"/>
                <xsd:element ref="ns3:MediaServiceEventHashCode" minOccurs="0"/>
                <xsd:element ref="ns3:MediaServiceOCR" minOccurs="0"/>
                <xsd:element ref="ns3:MediaServiceSystemTags" minOccurs="0"/>
                <xsd:element ref="ns3:MediaServiceSearchProperties" minOccurs="0"/>
              </xsd:all>
            </xsd:complexType>
          </xsd:element>
        </xsd:sequence>
      </xsd:complexType>
    </xsd:element>
  </xsd:schema>
  <xsd:schema xmlns:xsd="http://www.w3.org/2001/XMLSchema" xmlns:xs="http://www.w3.org/2001/XMLSchema" xmlns:dms="http://schemas.microsoft.com/office/2006/documentManagement/types" xmlns:pc="http://schemas.microsoft.com/office/infopath/2007/PartnerControls" targetNamespace="54574dc4-0a6a-43c2-9215-3f0955ed7f53" elementFormDefault="qualified">
    <xsd:import namespace="http://schemas.microsoft.com/office/2006/documentManagement/types"/>
    <xsd:import namespace="http://schemas.microsoft.com/office/infopath/2007/PartnerControls"/>
    <xsd:element name="MediaServiceMetadata" ma:index="8" nillable="true" ma:displayName="MediaServiceMetadata" ma:hidden="true" ma:internalName="MediaServiceMetadata" ma:readOnly="true">
      <xsd:simpleType>
        <xsd:restriction base="dms:Note"/>
      </xsd:simpleType>
    </xsd:element>
    <xsd:element name="MediaServiceFastMetadata" ma:index="9" nillable="true" ma:displayName="MediaServiceFastMetadata" ma:hidden="true" ma:internalName="MediaServiceFastMetadata" ma:readOnly="true">
      <xsd:simpleType>
        <xsd:restriction base="dms:Note"/>
      </xsd:simpleType>
    </xsd:element>
    <xsd:element name="MediaServiceObjectDetectorVersions" ma:index="10" nillable="true" ma:displayName="MediaServiceObjectDetectorVersions" ma:hidden="true" ma:indexed="true" ma:internalName="MediaServiceObjectDetectorVersions" ma:readOnly="true">
      <xsd:simpleType>
        <xsd:restriction base="dms:Text"/>
      </xsd:simpleType>
    </xsd:element>
    <xsd:element name="_activity" ma:index="11" nillable="true" ma:displayName="_activity" ma:hidden="true" ma:internalName="_activity">
      <xsd:simpleType>
        <xsd:restriction base="dms:Note"/>
      </xsd:simpleType>
    </xsd:element>
    <xsd:element name="MediaServiceDateTaken" ma:index="15" nillable="true" ma:displayName="MediaServiceDateTaken" ma:hidden="true" ma:indexed="true" ma:internalName="MediaServiceDateTaken" ma:readOnly="true">
      <xsd:simpleType>
        <xsd:restriction base="dms:Text"/>
      </xsd:simpleType>
    </xsd:element>
    <xsd:element name="MediaServiceAutoTags" ma:index="16" nillable="true" ma:displayName="Tags" ma:internalName="MediaServiceAutoTags" ma:readOnly="true">
      <xsd:simpleType>
        <xsd:restriction base="dms:Text"/>
      </xsd:simpleType>
    </xsd:element>
    <xsd:element name="MediaLengthInSeconds" ma:index="17" nillable="true" ma:displayName="MediaLengthInSeconds" ma:hidden="true" ma:internalName="MediaLengthInSeconds" ma:readOnly="true">
      <xsd:simpleType>
        <xsd:restriction base="dms:Unknown"/>
      </xsd:simpleType>
    </xsd:element>
    <xsd:element name="MediaServiceGenerationTime" ma:index="18" nillable="true" ma:displayName="MediaServiceGenerationTime" ma:hidden="true" ma:internalName="MediaServiceGenerationTime" ma:readOnly="true">
      <xsd:simpleType>
        <xsd:restriction base="dms:Text"/>
      </xsd:simpleType>
    </xsd:element>
    <xsd:element name="MediaServiceEventHashCode" ma:index="19" nillable="true" ma:displayName="MediaServiceEventHashCode" ma:hidden="true" ma:internalName="MediaServiceEventHashCode" ma:readOnly="true">
      <xsd:simpleType>
        <xsd:restriction base="dms:Text"/>
      </xsd:simpleType>
    </xsd:element>
    <xsd:element name="MediaServiceOCR" ma:index="20" nillable="true" ma:displayName="Extracted Text" ma:internalName="MediaServiceOCR" ma:readOnly="true">
      <xsd:simpleType>
        <xsd:restriction base="dms:Note">
          <xsd:maxLength value="255"/>
        </xsd:restriction>
      </xsd:simpleType>
    </xsd:element>
    <xsd:element name="MediaServiceSystemTags" ma:index="21" nillable="true" ma:displayName="MediaServiceSystemTags" ma:hidden="true" ma:internalName="MediaServiceSystemTags" ma:readOnly="true">
      <xsd:simpleType>
        <xsd:restriction base="dms:Note"/>
      </xsd:simpleType>
    </xsd:element>
    <xsd:element name="MediaServiceSearchProperties" ma:index="22" nillable="true" ma:displayName="MediaServiceSearchProperties" ma:hidden="true" ma:internalName="MediaServiceSearchProperties" ma:readOnly="true">
      <xsd:simpleType>
        <xsd:restriction base="dms:Note"/>
      </xsd:simpleType>
    </xsd:element>
  </xsd:schema>
  <xsd:schema xmlns:xsd="http://www.w3.org/2001/XMLSchema" xmlns:xs="http://www.w3.org/2001/XMLSchema" xmlns:dms="http://schemas.microsoft.com/office/2006/documentManagement/types" xmlns:pc="http://schemas.microsoft.com/office/infopath/2007/PartnerControls" targetNamespace="c8f3b0bf-3c55-45d8-8856-7ec3cdf42ddb" elementFormDefault="qualified">
    <xsd:import namespace="http://schemas.microsoft.com/office/2006/documentManagement/types"/>
    <xsd:import namespace="http://schemas.microsoft.com/office/infopath/2007/PartnerControls"/>
    <xsd:element name="SharedWithUsers" ma:index="12" nillable="true" ma:displayName="Shared With" ma:internalName="SharedWithUsers" ma:readOnly="true">
      <xsd:complexType>
        <xsd:complexContent>
          <xsd:extension base="dms:UserMulti">
            <xsd:sequence>
              <xsd:element name="UserInfo" minOccurs="0" maxOccurs="unbounded">
                <xsd:complexType>
                  <xsd:sequence>
                    <xsd:element name="DisplayName" type="xsd:string" minOccurs="0"/>
                    <xsd:element name="AccountId" type="dms:UserId" minOccurs="0" nillable="true"/>
                    <xsd:element name="AccountType" type="xsd:string" minOccurs="0"/>
                  </xsd:sequence>
                </xsd:complexType>
              </xsd:element>
            </xsd:sequence>
          </xsd:extension>
        </xsd:complexContent>
      </xsd:complexType>
    </xsd:element>
    <xsd:element name="SharedWithDetails" ma:index="13" nillable="true" ma:displayName="Shared With Details" ma:internalName="SharedWithDetails" ma:readOnly="true">
      <xsd:simpleType>
        <xsd:restriction base="dms:Note">
          <xsd:maxLength value="255"/>
        </xsd:restriction>
      </xsd:simpleType>
    </xsd:element>
    <xsd:element name="SharingHintHash" ma:index="14" nillable="true" ma:displayName="Sharing Hint Hash" ma:hidden="true" ma:internalName="SharingHintHash" ma:readOnly="true">
      <xsd:simpleType>
        <xsd:restriction base="dms:Text"/>
      </xsd:simpleType>
    </xsd:element>
  </xsd:schema>
  <xsd:schema xmlns="http://schemas.openxmlformats.org/package/2006/metadata/core-properties" xmlns:xsd="http://www.w3.org/2001/XMLSchema" xmlns:xsi="http://www.w3.org/2001/XMLSchema-instance" xmlns:dc="http://purl.org/dc/elements/1.1/" xmlns:dcterms="http://purl.org/dc/terms/" xmlns:odoc="http://schemas.microsoft.com/internal/obd" targetNamespace="http://schemas.openxmlformats.org/package/2006/metadata/core-properties" elementFormDefault="qualified" attributeFormDefault="unqualified" blockDefault="#all">
    <xsd:import namespace="http://purl.org/dc/elements/1.1/" schemaLocation="http://dublincore.org/schemas/xmls/qdc/2003/04/02/dc.xsd"/>
    <xsd:import namespace="http://purl.org/dc/terms/" schemaLocation="http://dublincore.org/schemas/xmls/qdc/2003/04/02/dcterms.xsd"/>
    <xsd:element name="coreProperties" type="CT_coreProperties"/>
    <xsd:complexType name="CT_coreProperties">
      <xsd:all>
        <xsd:element ref="dc:creator" minOccurs="0" maxOccurs="1"/>
        <xsd:element ref="dcterms:created" minOccurs="0" maxOccurs="1"/>
        <xsd:element ref="dc:identifier" minOccurs="0" maxOccurs="1"/>
        <xsd:element name="contentType" minOccurs="0" maxOccurs="1" type="xsd:string" ma:index="0" ma:displayName="Content Type"/>
        <xsd:element ref="dc:title" minOccurs="0" maxOccurs="1" ma:index="4" ma:displayName="Title"/>
        <xsd:element ref="dc:subject" minOccurs="0" maxOccurs="1"/>
        <xsd:element ref="dc:description" minOccurs="0" maxOccurs="1"/>
        <xsd:element name="keywords" minOccurs="0" maxOccurs="1" type="xsd:string"/>
        <xsd:element ref="dc:language" minOccurs="0" maxOccurs="1"/>
        <xsd:element name="category" minOccurs="0" maxOccurs="1" type="xsd:string"/>
        <xsd:element name="version" minOccurs="0" maxOccurs="1" type="xsd:string"/>
        <xsd:element name="revision" minOccurs="0" maxOccurs="1" type="xsd:string">
          <xsd:annotation>
            <xsd:documentation>
                        This value indicates the number of saves or revisions. The application is responsible for updating this value after each revision.
                    </xsd:documentation>
          </xsd:annotation>
        </xsd:element>
        <xsd:element name="lastModifiedBy" minOccurs="0" maxOccurs="1" type="xsd:string"/>
        <xsd:element ref="dcterms:modified" minOccurs="0" maxOccurs="1"/>
        <xsd:element name="contentStatus" minOccurs="0" maxOccurs="1" type="xsd:string"/>
      </xsd:all>
    </xsd:complexType>
  </xsd:schema>
  <xs:schema xmlns:pc="http://schemas.microsoft.com/office/infopath/2007/PartnerControls" xmlns:xs="http://www.w3.org/2001/XMLSchema" targetNamespace="http://schemas.microsoft.com/office/infopath/2007/PartnerControls" elementFormDefault="qualified" attributeFormDefault="unqualified">
    <xs:element name="Person">
      <xs:complexType>
        <xs:sequence>
          <xs:element ref="pc:DisplayName" minOccurs="0"/>
          <xs:element ref="pc:AccountId" minOccurs="0"/>
          <xs:element ref="pc:AccountType" minOccurs="0"/>
        </xs:sequence>
      </xs:complexType>
    </xs:element>
    <xs:element name="DisplayName" type="xs:string"/>
    <xs:element name="AccountId" type="xs:string"/>
    <xs:element name="AccountType" type="xs:string"/>
    <xs:element name="BDCAssociatedEntity">
      <xs:complexType>
        <xs:sequence>
          <xs:element ref="pc:BDCEntity" minOccurs="0" maxOccurs="unbounded"/>
        </xs:sequence>
        <xs:attribute ref="pc:EntityNamespace"/>
        <xs:attribute ref="pc:EntityName"/>
        <xs:attribute ref="pc:SystemInstanceName"/>
        <xs:attribute ref="pc:AssociationName"/>
      </xs:complexType>
    </xs:element>
    <xs:attribute name="EntityNamespace" type="xs:string"/>
    <xs:attribute name="EntityName" type="xs:string"/>
    <xs:attribute name="SystemInstanceName" type="xs:string"/>
    <xs:attribute name="AssociationName" type="xs:string"/>
    <xs:element name="BDCEntity">
      <xs:complexType>
        <xs:sequence>
          <xs:element ref="pc:EntityDisplayName" minOccurs="0"/>
          <xs:element ref="pc:EntityInstanceReference" minOccurs="0"/>
          <xs:element ref="pc:EntityId1" minOccurs="0"/>
          <xs:element ref="pc:EntityId2" minOccurs="0"/>
          <xs:element ref="pc:EntityId3" minOccurs="0"/>
          <xs:element ref="pc:EntityId4" minOccurs="0"/>
          <xs:element ref="pc:EntityId5" minOccurs="0"/>
        </xs:sequence>
      </xs:complexType>
    </xs:element>
    <xs:element name="EntityDisplayName" type="xs:string"/>
    <xs:element name="EntityInstanceReference" type="xs:string"/>
    <xs:element name="EntityId1" type="xs:string"/>
    <xs:element name="EntityId2" type="xs:string"/>
    <xs:element name="EntityId3" type="xs:string"/>
    <xs:element name="EntityId4" type="xs:string"/>
    <xs:element name="EntityId5" type="xs:string"/>
    <xs:element name="Terms">
      <xs:complexType>
        <xs:sequence>
          <xs:element ref="pc:TermInfo" minOccurs="0" maxOccurs="unbounded"/>
        </xs:sequence>
      </xs:complexType>
    </xs:element>
    <xs:element name="TermInfo">
      <xs:complexType>
        <xs:sequence>
          <xs:element ref="pc:TermName" minOccurs="0"/>
          <xs:element ref="pc:TermId" minOccurs="0"/>
        </xs:sequence>
      </xs:complexType>
    </xs:element>
    <xs:element name="TermName" type="xs:string"/>
    <xs:element name="TermId" type="xs:string"/>
  </xs:schema>
</ct:contentTypeSchema>
</file>

<file path=customXml/item2.xml><?xml version="1.0" encoding="utf-8"?>
<?mso-contentType ?>
<FormTemplates xmlns="http://schemas.microsoft.com/sharepoint/v3/contenttype/forms">
  <Display>DocumentLibraryForm</Display>
  <Edit>DocumentLibraryForm</Edit>
  <New>DocumentLibraryForm</New>
</FormTemplates>
</file>

<file path=customXml/item3.xml><?xml version="1.0" encoding="utf-8"?>
<p:properties xmlns:p="http://schemas.microsoft.com/office/2006/metadata/properties" xmlns:xsi="http://www.w3.org/2001/XMLSchema-instance" xmlns:pc="http://schemas.microsoft.com/office/infopath/2007/PartnerControls">
  <documentManagement>
    <_activity xmlns="54574dc4-0a6a-43c2-9215-3f0955ed7f53" xsi:nil="true"/>
  </documentManagement>
</p:properties>
</file>

<file path=customXml/itemProps1.xml><?xml version="1.0" encoding="utf-8"?>
<ds:datastoreItem xmlns:ds="http://schemas.openxmlformats.org/officeDocument/2006/customXml" ds:itemID="{08702144-A3CC-4B76-BD31-EFB531736C50}">
  <ds:schemaRefs>
    <ds:schemaRef ds:uri="54574dc4-0a6a-43c2-9215-3f0955ed7f53"/>
    <ds:schemaRef ds:uri="c8f3b0bf-3c55-45d8-8856-7ec3cdf42ddb"/>
    <ds:schemaRef ds:uri="http://purl.org/dc/elements/1.1/"/>
    <ds:schemaRef ds:uri="http://purl.org/dc/terms/"/>
    <ds:schemaRef ds:uri="http://schemas.microsoft.com/internal/obd"/>
    <ds:schemaRef ds:uri="http://schemas.microsoft.com/office/2006/documentManagement/types"/>
    <ds:schemaRef ds:uri="http://schemas.microsoft.com/office/2006/metadata/contentType"/>
    <ds:schemaRef ds:uri="http://schemas.microsoft.com/office/2006/metadata/properties"/>
    <ds:schemaRef ds:uri="http://schemas.microsoft.com/office/2006/metadata/properties/metaAttributes"/>
    <ds:schemaRef ds:uri="http://schemas.microsoft.com/office/infopath/2007/PartnerControls"/>
    <ds:schemaRef ds:uri="http://schemas.openxmlformats.org/package/2006/metadata/core-properties"/>
    <ds:schemaRef ds:uri="http://www.w3.org/2001/XMLSchema"/>
  </ds:schemaRefs>
</ds:datastoreItem>
</file>

<file path=customXml/itemProps2.xml><?xml version="1.0" encoding="utf-8"?>
<ds:datastoreItem xmlns:ds="http://schemas.openxmlformats.org/officeDocument/2006/customXml" ds:itemID="{CA28070E-C458-4C43-A657-6A1B6BE1896E}">
  <ds:schemaRefs>
    <ds:schemaRef ds:uri="http://schemas.microsoft.com/sharepoint/v3/contenttype/forms"/>
  </ds:schemaRefs>
</ds:datastoreItem>
</file>

<file path=customXml/itemProps3.xml><?xml version="1.0" encoding="utf-8"?>
<ds:datastoreItem xmlns:ds="http://schemas.openxmlformats.org/officeDocument/2006/customXml" ds:itemID="{54FD9556-2A87-4588-8BB3-0E7C96864FF3}">
  <ds:schemaRefs>
    <ds:schemaRef ds:uri="54574dc4-0a6a-43c2-9215-3f0955ed7f53"/>
    <ds:schemaRef ds:uri="c8f3b0bf-3c55-45d8-8856-7ec3cdf42ddb"/>
    <ds:schemaRef ds:uri="http://purl.org/dc/dcmitype/"/>
    <ds:schemaRef ds:uri="http://purl.org/dc/elements/1.1/"/>
    <ds:schemaRef ds:uri="http://purl.org/dc/terms/"/>
    <ds:schemaRef ds:uri="http://schemas.microsoft.com/office/2006/documentManagement/types"/>
    <ds:schemaRef ds:uri="http://schemas.microsoft.com/office/2006/metadata/properties"/>
    <ds:schemaRef ds:uri="http://schemas.microsoft.com/office/infopath/2007/PartnerControls"/>
    <ds:schemaRef ds:uri="http://schemas.openxmlformats.org/package/2006/metadata/core-properties"/>
    <ds:schemaRef ds:uri="http://www.w3.org/XML/1998/namespace"/>
  </ds:schemaRefs>
</ds:datastoreItem>
</file>

<file path=docProps/app.xml><?xml version="1.0" encoding="utf-8"?>
<Properties xmlns="http://schemas.openxmlformats.org/officeDocument/2006/extended-properties" xmlns:vt="http://schemas.openxmlformats.org/officeDocument/2006/docPropsVTypes">
  <TotalTime>242</TotalTime>
  <Words>481</Words>
  <Application>Microsoft Office PowerPoint</Application>
  <PresentationFormat>Widescreen</PresentationFormat>
  <Paragraphs>65</Paragraphs>
  <Slides>3</Slides>
  <Notes>1</Notes>
  <HiddenSlides>0</HiddenSlides>
  <MMClips>0</MMClips>
  <ScaleCrop>false</ScaleCrop>
  <HeadingPairs>
    <vt:vector size="6" baseType="variant">
      <vt:variant>
        <vt:lpstr>Fonts Used</vt:lpstr>
      </vt:variant>
      <vt:variant>
        <vt:i4>5</vt:i4>
      </vt:variant>
      <vt:variant>
        <vt:lpstr>Theme</vt:lpstr>
      </vt:variant>
      <vt:variant>
        <vt:i4>1</vt:i4>
      </vt:variant>
      <vt:variant>
        <vt:lpstr>Slide Titles</vt:lpstr>
      </vt:variant>
      <vt:variant>
        <vt:i4>3</vt:i4>
      </vt:variant>
    </vt:vector>
  </HeadingPairs>
  <TitlesOfParts>
    <vt:vector size="9" baseType="lpstr">
      <vt:lpstr>Aptos</vt:lpstr>
      <vt:lpstr>Aptos Display</vt:lpstr>
      <vt:lpstr>Aptos Narrow</vt:lpstr>
      <vt:lpstr>Arial</vt:lpstr>
      <vt:lpstr>Calibri</vt:lpstr>
      <vt:lpstr>Office Theme</vt:lpstr>
      <vt:lpstr>PowerPoint Presentation</vt:lpstr>
      <vt:lpstr>PowerPoint Presentation</vt:lpstr>
      <vt:lpstr>PowerPoint Presentation</vt:lpstr>
    </vt:vector>
  </TitlesOfParts>
  <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
  <dc:creator>Manikandan V</dc:creator>
  <cp:lastModifiedBy>Ravi M</cp:lastModifiedBy>
  <cp:revision>65</cp:revision>
  <dcterms:created xsi:type="dcterms:W3CDTF">2026-03-02T11:57:47Z</dcterms:created>
  <dcterms:modified xsi:type="dcterms:W3CDTF">2026-09-23T12:38:37Z</dcterms:modified>
</cp:coreProperties>
</file>

<file path=docProps/custom.xml><?xml version="1.0" encoding="utf-8"?>
<Properties xmlns="http://schemas.openxmlformats.org/officeDocument/2006/custom-properties" xmlns:vt="http://schemas.openxmlformats.org/officeDocument/2006/docPropsVTypes">
  <property fmtid="{D5CDD505-2E9C-101B-9397-08002B2CF9AE}" pid="2" name="ContentTypeId">
    <vt:lpwstr>0x010100F46F53D10ED2494E85784A8CE25A0CDB</vt:lpwstr>
  </property>
  <property fmtid="{D5CDD505-2E9C-101B-9397-08002B2CF9AE}" pid="3" name="MediaServiceImageTags">
    <vt:lpwstr/>
  </property>
</Properties>
</file>